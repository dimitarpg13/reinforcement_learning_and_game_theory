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61" d="100"/>
          <a:sy n="161" d="100"/>
        </p:scale>
        <p:origin x="-416" y="-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4B99-8CB5-B8EE-799A-684C9FD4A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0D58-B78E-0CF5-227F-1316A496E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2738-C4C0-29B1-962B-75EED7AA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A73DE-EFB4-6D16-0F01-ACF696EF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4237E-C08C-DAB5-108C-D8E177D21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79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BCB7-08C6-C406-6CD5-E63E643F7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FAC4F-01B8-9F3A-E6FB-4E7A5F8EE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B32F2-6CCC-430F-B224-C111EF320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2BC14-4152-39B8-4631-4BB12489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09BA2-6543-9FCE-A8E6-9A5A6C0F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17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AF879-B852-19BB-42D0-A5493F6D9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615A2-ED54-4B46-5729-EA920D7CA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5C707-381D-69CC-AC97-01293492C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21C9E-A9B5-BDA6-7291-EA98992BE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BAF35-38BC-5B25-3129-09A787F93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00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0056-368C-A4C9-8FE9-7BF3AF76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5E906-6F8D-B5CD-ABD8-3F5DEB6E3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7CC5A-FE93-A394-B884-4DA81D6E1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FAD2F-0882-8E17-8BF2-A17F3F1D4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C2851-321A-280D-40CE-CAC4B9B0D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C9A67-BED2-A7F1-21AB-A85C9026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66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8671-5DE8-EF68-F62D-628136271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E794D-CE6B-A021-0291-144614F6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CFE00-CA9A-0065-E2DC-0A911BA11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88B16B-4DF4-FBA1-F2B1-9C376DBCB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F10F05-263D-426E-5DE4-3B1FDF214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B55643-D282-4B72-B8DF-E8DAED55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94E091-FD9F-539B-E9A9-525D3DB67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B4CF4-A375-DFA2-1FFE-156993D9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2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9E619-56C0-85E7-AFBC-792E5C9B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59B73E-42E5-574B-FABC-6957BB2C8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56DE8D-0B1C-35FD-6A8D-37405BB0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70554-5E6E-EA1C-4A01-98CE60745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2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42AFB-FF68-B81B-8F15-4BDC7CA0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CADE0E-52C1-9B87-D1AC-42182A2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62BFF-A7FE-0868-8A1F-19F69DE5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9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E1D5-BE61-DA57-C4BF-D9436802A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3659-29D9-DC61-733F-D938464A5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584BA-BBEB-C81F-BCE4-25F6470CD5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B59D95-D6E8-DFCF-E39F-E045D6CED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2FE27-F664-B707-DCA0-423752FB1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70D5C-5453-844E-6CBE-B3C7079A9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973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1423-F98A-F71F-BB44-38B46BAA2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6E5654-4143-6182-1090-3CF671936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63F202-9613-EE45-8A0B-68DFBDB8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C5CA8-A0CD-E942-672D-9EA3EE53C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9DBFC-15CF-101A-CE41-22C3A7D90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9ED3-B933-1B47-B8BF-6357106E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87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732F1-BE98-3DD4-D896-2AD9DCB4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A6F9A-7F94-4B36-3ED6-8CDC715659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0DD57-22F0-DB86-FBB6-D5EF4AFCE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68911-A7FD-5D1A-C49A-165D0EEAE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B9379-9C97-8209-071E-7DF07E02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3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9BB7E4-9D15-F246-2A74-B3949719C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31B9F-6FDA-397D-F36F-919BBA24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E58F9-82D7-2D87-4EB2-500BEE8F3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5720C-716E-5314-5808-EBBCDEE47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841C5-3DB6-DFBC-35FE-F8AC738FB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3F8865-6B9F-A281-5B9E-9B608F41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37F3A-0209-29A2-6D2B-F53A22E12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2A6A7-7DCB-F7CC-D66E-638B7B0FD0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8BB92-E678-1240-9DC0-E63EB63B185B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6FE25-C74B-9038-DA8F-60E4C47E5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A0C07-C91B-E6C1-9F80-5B8F3CB56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5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41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/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/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/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/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/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/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/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755CE-AF00-AFEC-C9CA-91E29A9691D1}"/>
              </a:ext>
            </a:extLst>
          </p:cNvPr>
          <p:cNvCxnSpPr>
            <a:stCxn id="2" idx="1"/>
            <a:endCxn id="3" idx="5"/>
          </p:cNvCxnSpPr>
          <p:nvPr/>
        </p:nvCxnSpPr>
        <p:spPr>
          <a:xfrm flipH="1" flipV="1">
            <a:off x="3611733" y="5487639"/>
            <a:ext cx="445277" cy="3451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B140D8-8C4E-5D48-DD98-F88953E2F124}"/>
              </a:ext>
            </a:extLst>
          </p:cNvPr>
          <p:cNvCxnSpPr>
            <a:stCxn id="3" idx="1"/>
            <a:endCxn id="6" idx="5"/>
          </p:cNvCxnSpPr>
          <p:nvPr/>
        </p:nvCxnSpPr>
        <p:spPr>
          <a:xfrm flipH="1" flipV="1">
            <a:off x="2931795" y="4746740"/>
            <a:ext cx="475756" cy="5162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A173CF6-8FAB-FDB8-5DD6-8B0960AB2298}"/>
                  </a:ext>
                </a:extLst>
              </p:cNvPr>
              <p:cNvSpPr/>
              <p:nvPr/>
            </p:nvSpPr>
            <p:spPr>
              <a:xfrm>
                <a:off x="2078069" y="360577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A173CF6-8FAB-FDB8-5DD6-8B0960AB22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8069" y="3605771"/>
                <a:ext cx="288758" cy="31763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9EF3E45-8359-813B-D364-4E497ECF6D82}"/>
                  </a:ext>
                </a:extLst>
              </p:cNvPr>
              <p:cNvSpPr/>
              <p:nvPr/>
            </p:nvSpPr>
            <p:spPr>
              <a:xfrm>
                <a:off x="2613813" y="360490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9EF3E45-8359-813B-D364-4E497ECF6D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813" y="3604902"/>
                <a:ext cx="288758" cy="31763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4B0F3BC-15FA-92A2-7435-B66CC438CADC}"/>
                  </a:ext>
                </a:extLst>
              </p:cNvPr>
              <p:cNvSpPr/>
              <p:nvPr/>
            </p:nvSpPr>
            <p:spPr>
              <a:xfrm>
                <a:off x="3131256" y="3580340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4B0F3BC-15FA-92A2-7435-B66CC438CA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256" y="3580340"/>
                <a:ext cx="288758" cy="317633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4569054-3742-2D89-DA42-87EDEF70C44F}"/>
                  </a:ext>
                </a:extLst>
              </p:cNvPr>
              <p:cNvSpPr/>
              <p:nvPr/>
            </p:nvSpPr>
            <p:spPr>
              <a:xfrm>
                <a:off x="3667000" y="3589718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4569054-3742-2D89-DA42-87EDEF70C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000" y="3589718"/>
                <a:ext cx="288758" cy="317633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A029C7E-7272-1460-71E2-3AC2F9A870EC}"/>
                  </a:ext>
                </a:extLst>
              </p:cNvPr>
              <p:cNvSpPr/>
              <p:nvPr/>
            </p:nvSpPr>
            <p:spPr>
              <a:xfrm>
                <a:off x="4159101" y="3591557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A029C7E-7272-1460-71E2-3AC2F9A870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101" y="3591557"/>
                <a:ext cx="288758" cy="317633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54F38FD-C2DD-4F1A-80B4-C9BBF51E3D2C}"/>
                  </a:ext>
                </a:extLst>
              </p:cNvPr>
              <p:cNvSpPr/>
              <p:nvPr/>
            </p:nvSpPr>
            <p:spPr>
              <a:xfrm>
                <a:off x="4674331" y="361158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54F38FD-C2DD-4F1A-80B4-C9BBF51E3D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4331" y="3611581"/>
                <a:ext cx="288758" cy="317633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30FF063-3833-5D0B-4976-E4A64A71A390}"/>
                  </a:ext>
                </a:extLst>
              </p:cNvPr>
              <p:cNvSpPr/>
              <p:nvPr/>
            </p:nvSpPr>
            <p:spPr>
              <a:xfrm>
                <a:off x="5174319" y="361158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30FF063-3833-5D0B-4976-E4A64A71A3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319" y="3611581"/>
                <a:ext cx="288758" cy="317633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9EEEAA-64C4-0F8A-177D-64246EB97B0D}"/>
                  </a:ext>
                </a:extLst>
              </p:cNvPr>
              <p:cNvSpPr/>
              <p:nvPr/>
            </p:nvSpPr>
            <p:spPr>
              <a:xfrm>
                <a:off x="5685755" y="36123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9EEEAA-64C4-0F8A-177D-64246EB97B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755" y="3612322"/>
                <a:ext cx="288758" cy="317633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DA1A6E-62F0-3204-7F0D-CD0A06036E59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1889760" y="2733822"/>
            <a:ext cx="230597" cy="9184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8C82E8-4AA5-D04E-FC61-D3645C9463C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2175803" y="2729132"/>
            <a:ext cx="46645" cy="8766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0571233-EEB0-9232-2A1C-0C7FE6CC48E2}"/>
              </a:ext>
            </a:extLst>
          </p:cNvPr>
          <p:cNvCxnSpPr>
            <a:stCxn id="14" idx="7"/>
          </p:cNvCxnSpPr>
          <p:nvPr/>
        </p:nvCxnSpPr>
        <p:spPr>
          <a:xfrm flipV="1">
            <a:off x="2324539" y="2733822"/>
            <a:ext cx="85726" cy="9184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F6C6DA-4B47-6E9D-2163-83621AD75137}"/>
              </a:ext>
            </a:extLst>
          </p:cNvPr>
          <p:cNvCxnSpPr>
            <a:stCxn id="15" idx="1"/>
          </p:cNvCxnSpPr>
          <p:nvPr/>
        </p:nvCxnSpPr>
        <p:spPr>
          <a:xfrm flipH="1" flipV="1">
            <a:off x="2574388" y="2729132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B0FBFB-55A9-591B-38B3-36C814CF5FBC}"/>
              </a:ext>
            </a:extLst>
          </p:cNvPr>
          <p:cNvCxnSpPr>
            <a:stCxn id="15" idx="0"/>
          </p:cNvCxnSpPr>
          <p:nvPr/>
        </p:nvCxnSpPr>
        <p:spPr>
          <a:xfrm flipV="1">
            <a:off x="2758192" y="2729132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6415F5-C305-B385-F9D8-2D0562E730FC}"/>
              </a:ext>
            </a:extLst>
          </p:cNvPr>
          <p:cNvCxnSpPr>
            <a:stCxn id="15" idx="7"/>
          </p:cNvCxnSpPr>
          <p:nvPr/>
        </p:nvCxnSpPr>
        <p:spPr>
          <a:xfrm flipV="1">
            <a:off x="2860283" y="2729132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706D41E-6037-A7D3-B36A-6DA3CE0AB042}"/>
              </a:ext>
            </a:extLst>
          </p:cNvPr>
          <p:cNvCxnSpPr/>
          <p:nvPr/>
        </p:nvCxnSpPr>
        <p:spPr>
          <a:xfrm flipV="1">
            <a:off x="3384258" y="2721063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966F22-8EE6-A0D4-FAFE-F1AC951AD1EF}"/>
              </a:ext>
            </a:extLst>
          </p:cNvPr>
          <p:cNvCxnSpPr/>
          <p:nvPr/>
        </p:nvCxnSpPr>
        <p:spPr>
          <a:xfrm flipV="1">
            <a:off x="3275635" y="2713948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8A33829-BB15-BD02-5877-EF3F9EDD11BA}"/>
              </a:ext>
            </a:extLst>
          </p:cNvPr>
          <p:cNvCxnSpPr/>
          <p:nvPr/>
        </p:nvCxnSpPr>
        <p:spPr>
          <a:xfrm flipH="1" flipV="1">
            <a:off x="3100122" y="2716191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E1A80D5-E06B-B2BA-FAB1-8D90BFFC3334}"/>
              </a:ext>
            </a:extLst>
          </p:cNvPr>
          <p:cNvCxnSpPr/>
          <p:nvPr/>
        </p:nvCxnSpPr>
        <p:spPr>
          <a:xfrm flipV="1">
            <a:off x="3894827" y="2721063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060D3DB-F9AB-CB46-976A-5ED9A7F14597}"/>
              </a:ext>
            </a:extLst>
          </p:cNvPr>
          <p:cNvCxnSpPr/>
          <p:nvPr/>
        </p:nvCxnSpPr>
        <p:spPr>
          <a:xfrm flipV="1">
            <a:off x="3788529" y="2713948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9E8C987-1632-459F-C4C8-1F16FFF48B6B}"/>
              </a:ext>
            </a:extLst>
          </p:cNvPr>
          <p:cNvCxnSpPr/>
          <p:nvPr/>
        </p:nvCxnSpPr>
        <p:spPr>
          <a:xfrm flipH="1" flipV="1">
            <a:off x="3625856" y="2729132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C3A500D-409A-6FB1-2813-5D3D1CD1C935}"/>
              </a:ext>
            </a:extLst>
          </p:cNvPr>
          <p:cNvCxnSpPr/>
          <p:nvPr/>
        </p:nvCxnSpPr>
        <p:spPr>
          <a:xfrm flipV="1">
            <a:off x="4384170" y="2713948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AB434A-A9E5-75CE-67BE-A387FD16A14B}"/>
              </a:ext>
            </a:extLst>
          </p:cNvPr>
          <p:cNvCxnSpPr/>
          <p:nvPr/>
        </p:nvCxnSpPr>
        <p:spPr>
          <a:xfrm flipV="1">
            <a:off x="4890374" y="2721063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7BA800-EC56-0044-7462-2489F9A6EBF0}"/>
              </a:ext>
            </a:extLst>
          </p:cNvPr>
          <p:cNvCxnSpPr/>
          <p:nvPr/>
        </p:nvCxnSpPr>
        <p:spPr>
          <a:xfrm flipV="1">
            <a:off x="5391565" y="2722813"/>
            <a:ext cx="71512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0E6139-B932-7811-4AC0-C2A66DD10839}"/>
              </a:ext>
            </a:extLst>
          </p:cNvPr>
          <p:cNvCxnSpPr>
            <a:cxnSpLocks/>
          </p:cNvCxnSpPr>
          <p:nvPr/>
        </p:nvCxnSpPr>
        <p:spPr>
          <a:xfrm flipV="1">
            <a:off x="5903001" y="2729132"/>
            <a:ext cx="254576" cy="9142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EE90164-CBF6-5D85-EC45-3A291A67550F}"/>
              </a:ext>
            </a:extLst>
          </p:cNvPr>
          <p:cNvCxnSpPr/>
          <p:nvPr/>
        </p:nvCxnSpPr>
        <p:spPr>
          <a:xfrm flipV="1">
            <a:off x="4289926" y="2721063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E622361-F39F-8BC0-C713-E4A954E6934B}"/>
              </a:ext>
            </a:extLst>
          </p:cNvPr>
          <p:cNvCxnSpPr/>
          <p:nvPr/>
        </p:nvCxnSpPr>
        <p:spPr>
          <a:xfrm flipV="1">
            <a:off x="4815593" y="2729132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52F10DE-6AC5-A5A8-C815-BFC35C2A8DB4}"/>
              </a:ext>
            </a:extLst>
          </p:cNvPr>
          <p:cNvCxnSpPr/>
          <p:nvPr/>
        </p:nvCxnSpPr>
        <p:spPr>
          <a:xfrm flipV="1">
            <a:off x="5318698" y="2729132"/>
            <a:ext cx="0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B4091E2-42AA-B25E-735A-58D0E283D9F1}"/>
              </a:ext>
            </a:extLst>
          </p:cNvPr>
          <p:cNvCxnSpPr>
            <a:cxnSpLocks/>
          </p:cNvCxnSpPr>
          <p:nvPr/>
        </p:nvCxnSpPr>
        <p:spPr>
          <a:xfrm flipV="1">
            <a:off x="5830134" y="2729132"/>
            <a:ext cx="72867" cy="8757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60A43ED-8869-679B-B6D1-320B3E5D2763}"/>
              </a:ext>
            </a:extLst>
          </p:cNvPr>
          <p:cNvCxnSpPr/>
          <p:nvPr/>
        </p:nvCxnSpPr>
        <p:spPr>
          <a:xfrm flipH="1" flipV="1">
            <a:off x="4110421" y="2713948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A4F5663-A153-4A93-5236-CA4A54B3CB88}"/>
              </a:ext>
            </a:extLst>
          </p:cNvPr>
          <p:cNvCxnSpPr/>
          <p:nvPr/>
        </p:nvCxnSpPr>
        <p:spPr>
          <a:xfrm flipH="1" flipV="1">
            <a:off x="4644055" y="2721063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6B2CE6-27EC-B86B-CC7C-1542B34610BF}"/>
              </a:ext>
            </a:extLst>
          </p:cNvPr>
          <p:cNvCxnSpPr/>
          <p:nvPr/>
        </p:nvCxnSpPr>
        <p:spPr>
          <a:xfrm flipH="1" flipV="1">
            <a:off x="5154244" y="2729132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B33DDC5-F109-60EF-73F2-D6E5EEBF8104}"/>
              </a:ext>
            </a:extLst>
          </p:cNvPr>
          <p:cNvCxnSpPr/>
          <p:nvPr/>
        </p:nvCxnSpPr>
        <p:spPr>
          <a:xfrm flipH="1" flipV="1">
            <a:off x="5656386" y="2721063"/>
            <a:ext cx="81713" cy="9222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E47D999-8D88-BBF1-CDCE-871EAFF7EFB0}"/>
                  </a:ext>
                </a:extLst>
              </p:cNvPr>
              <p:cNvSpPr txBox="1"/>
              <p:nvPr/>
            </p:nvSpPr>
            <p:spPr>
              <a:xfrm>
                <a:off x="1722782" y="255103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dirty="0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E47D999-8D88-BBF1-CDCE-871EAFF7E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2782" y="2551031"/>
                <a:ext cx="274434" cy="230832"/>
              </a:xfrm>
              <a:prstGeom prst="rect">
                <a:avLst/>
              </a:prstGeom>
              <a:blipFill>
                <a:blip r:embed="rId1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293F00B-EEF2-C7F4-8805-F7ADEAE51A9F}"/>
                  </a:ext>
                </a:extLst>
              </p:cNvPr>
              <p:cNvSpPr txBox="1"/>
              <p:nvPr/>
            </p:nvSpPr>
            <p:spPr>
              <a:xfrm>
                <a:off x="2030040" y="255103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293F00B-EEF2-C7F4-8805-F7ADEAE51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040" y="2551031"/>
                <a:ext cx="274434" cy="230832"/>
              </a:xfrm>
              <a:prstGeom prst="rect">
                <a:avLst/>
              </a:prstGeom>
              <a:blipFill>
                <a:blip r:embed="rId1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8DAC37C-952D-1C3A-2589-BDF620BEF2E1}"/>
                  </a:ext>
                </a:extLst>
              </p:cNvPr>
              <p:cNvSpPr txBox="1"/>
              <p:nvPr/>
            </p:nvSpPr>
            <p:spPr>
              <a:xfrm>
                <a:off x="6824353" y="332707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dirty="0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8DAC37C-952D-1C3A-2589-BDF620BEF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353" y="3327070"/>
                <a:ext cx="274434" cy="230832"/>
              </a:xfrm>
              <a:prstGeom prst="rect">
                <a:avLst/>
              </a:prstGeom>
              <a:blipFill>
                <a:blip r:embed="rId1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8A00531-1428-3A06-7A8C-C33D6F860E99}"/>
                  </a:ext>
                </a:extLst>
              </p:cNvPr>
              <p:cNvSpPr txBox="1"/>
              <p:nvPr/>
            </p:nvSpPr>
            <p:spPr>
              <a:xfrm>
                <a:off x="2274500" y="255103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8A00531-1428-3A06-7A8C-C33D6F860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500" y="2551031"/>
                <a:ext cx="274434" cy="230832"/>
              </a:xfrm>
              <a:prstGeom prst="rect">
                <a:avLst/>
              </a:prstGeom>
              <a:blipFill>
                <a:blip r:embed="rId2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ED23F9A-E888-D249-409F-7CC8E0EE6FD3}"/>
                  </a:ext>
                </a:extLst>
              </p:cNvPr>
              <p:cNvSpPr txBox="1"/>
              <p:nvPr/>
            </p:nvSpPr>
            <p:spPr>
              <a:xfrm>
                <a:off x="6976753" y="347947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ED23F9A-E888-D249-409F-7CC8E0EE6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753" y="3479470"/>
                <a:ext cx="274434" cy="230832"/>
              </a:xfrm>
              <a:prstGeom prst="rect">
                <a:avLst/>
              </a:prstGeom>
              <a:blipFill>
                <a:blip r:embed="rId2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65BFA12-5EAB-A50E-17E2-B7FA5DEAF8DF}"/>
                  </a:ext>
                </a:extLst>
              </p:cNvPr>
              <p:cNvSpPr txBox="1"/>
              <p:nvPr/>
            </p:nvSpPr>
            <p:spPr>
              <a:xfrm>
                <a:off x="7129153" y="363187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65BFA12-5EAB-A50E-17E2-B7FA5DEAF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153" y="3631870"/>
                <a:ext cx="274434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7BE239-5087-D8FC-88BE-0FD4190BFECA}"/>
                  </a:ext>
                </a:extLst>
              </p:cNvPr>
              <p:cNvSpPr txBox="1"/>
              <p:nvPr/>
            </p:nvSpPr>
            <p:spPr>
              <a:xfrm>
                <a:off x="7281553" y="378427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7BE239-5087-D8FC-88BE-0FD4190BF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553" y="3784270"/>
                <a:ext cx="274434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07DFC0-CEB5-7D56-FF9D-CFF900CA163B}"/>
                  </a:ext>
                </a:extLst>
              </p:cNvPr>
              <p:cNvSpPr txBox="1"/>
              <p:nvPr/>
            </p:nvSpPr>
            <p:spPr>
              <a:xfrm>
                <a:off x="2440879" y="255103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07DFC0-CEB5-7D56-FF9D-CFF900CA1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0879" y="2551031"/>
                <a:ext cx="274434" cy="230832"/>
              </a:xfrm>
              <a:prstGeom prst="rect">
                <a:avLst/>
              </a:prstGeom>
              <a:blipFill>
                <a:blip r:embed="rId2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ECDE891-3D49-0C56-43CB-DD81DDCA3D24}"/>
                  </a:ext>
                </a:extLst>
              </p:cNvPr>
              <p:cNvSpPr txBox="1"/>
              <p:nvPr/>
            </p:nvSpPr>
            <p:spPr>
              <a:xfrm>
                <a:off x="2615474" y="2549865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ECDE891-3D49-0C56-43CB-DD81DDCA3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5474" y="2549865"/>
                <a:ext cx="274434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3C8BDC5-64C6-15A4-02B7-976C8B11ABEF}"/>
                  </a:ext>
                </a:extLst>
              </p:cNvPr>
              <p:cNvSpPr txBox="1"/>
              <p:nvPr/>
            </p:nvSpPr>
            <p:spPr>
              <a:xfrm>
                <a:off x="2789369" y="2549023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3C8BDC5-64C6-15A4-02B7-976C8B11A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369" y="2549023"/>
                <a:ext cx="274434" cy="2308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ectangle 57">
            <a:extLst>
              <a:ext uri="{FF2B5EF4-FFF2-40B4-BE49-F238E27FC236}">
                <a16:creationId xmlns:a16="http://schemas.microsoft.com/office/drawing/2014/main" id="{5BD69005-7AB5-4238-46F3-2740D0E71761}"/>
              </a:ext>
            </a:extLst>
          </p:cNvPr>
          <p:cNvSpPr/>
          <p:nvPr/>
        </p:nvSpPr>
        <p:spPr>
          <a:xfrm>
            <a:off x="2322780" y="2579741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E54C87F-A943-A1BF-C4E0-161965510F2E}"/>
              </a:ext>
            </a:extLst>
          </p:cNvPr>
          <p:cNvSpPr/>
          <p:nvPr/>
        </p:nvSpPr>
        <p:spPr>
          <a:xfrm>
            <a:off x="1799450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E1EC365-C9DE-2786-3987-DE6C4769BE75}"/>
              </a:ext>
            </a:extLst>
          </p:cNvPr>
          <p:cNvSpPr/>
          <p:nvPr/>
        </p:nvSpPr>
        <p:spPr>
          <a:xfrm>
            <a:off x="2504246" y="2578343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5DA0AE5-19CF-A030-A6D3-578117637843}"/>
              </a:ext>
            </a:extLst>
          </p:cNvPr>
          <p:cNvSpPr/>
          <p:nvPr/>
        </p:nvSpPr>
        <p:spPr>
          <a:xfrm>
            <a:off x="2685618" y="2579741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0C2FCB1-BC7D-1132-D536-EFA41FE322EC}"/>
              </a:ext>
            </a:extLst>
          </p:cNvPr>
          <p:cNvSpPr/>
          <p:nvPr/>
        </p:nvSpPr>
        <p:spPr>
          <a:xfrm>
            <a:off x="2854870" y="2578343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C8074D8-5799-1ECE-C7A2-EC38295E84E6}"/>
                  </a:ext>
                </a:extLst>
              </p:cNvPr>
              <p:cNvSpPr txBox="1"/>
              <p:nvPr/>
            </p:nvSpPr>
            <p:spPr>
              <a:xfrm>
                <a:off x="2962117" y="254780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dirty="0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C8074D8-5799-1ECE-C7A2-EC38295E8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117" y="2547800"/>
                <a:ext cx="274434" cy="230832"/>
              </a:xfrm>
              <a:prstGeom prst="rect">
                <a:avLst/>
              </a:prstGeom>
              <a:blipFill>
                <a:blip r:embed="rId27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5EC86AE-F37C-B7B8-88E9-DE94050BCB00}"/>
                  </a:ext>
                </a:extLst>
              </p:cNvPr>
              <p:cNvSpPr txBox="1"/>
              <p:nvPr/>
            </p:nvSpPr>
            <p:spPr>
              <a:xfrm>
                <a:off x="3148275" y="2546577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5EC86AE-F37C-B7B8-88E9-DE94050BC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8275" y="2546577"/>
                <a:ext cx="274434" cy="230832"/>
              </a:xfrm>
              <a:prstGeom prst="rect">
                <a:avLst/>
              </a:prstGeom>
              <a:blipFill>
                <a:blip r:embed="rId28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4F041-E46E-B72B-A80A-58820DD421FB}"/>
                  </a:ext>
                </a:extLst>
              </p:cNvPr>
              <p:cNvSpPr txBox="1"/>
              <p:nvPr/>
            </p:nvSpPr>
            <p:spPr>
              <a:xfrm>
                <a:off x="3306916" y="2549440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4F041-E46E-B72B-A80A-58820DD42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916" y="2549440"/>
                <a:ext cx="274434" cy="2308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5102EBEF-222D-9C23-EDF2-7BF5628436C6}"/>
              </a:ext>
            </a:extLst>
          </p:cNvPr>
          <p:cNvSpPr/>
          <p:nvPr/>
        </p:nvSpPr>
        <p:spPr>
          <a:xfrm>
            <a:off x="3033262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DC47480-E0D3-F648-9FA4-175E3FC6C211}"/>
              </a:ext>
            </a:extLst>
          </p:cNvPr>
          <p:cNvSpPr/>
          <p:nvPr/>
        </p:nvSpPr>
        <p:spPr>
          <a:xfrm>
            <a:off x="321580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766D4A4-A20A-21AE-B3A8-CD6B829E6B18}"/>
              </a:ext>
            </a:extLst>
          </p:cNvPr>
          <p:cNvSpPr/>
          <p:nvPr/>
        </p:nvSpPr>
        <p:spPr>
          <a:xfrm>
            <a:off x="339121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52E4E9F9-086D-D2C9-8C72-34FB95761EC2}"/>
                  </a:ext>
                </a:extLst>
              </p:cNvPr>
              <p:cNvSpPr txBox="1"/>
              <p:nvPr/>
            </p:nvSpPr>
            <p:spPr>
              <a:xfrm>
                <a:off x="3485467" y="254884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52E4E9F9-086D-D2C9-8C72-34FB95761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467" y="2548841"/>
                <a:ext cx="274434" cy="230832"/>
              </a:xfrm>
              <a:prstGeom prst="rect">
                <a:avLst/>
              </a:prstGeom>
              <a:blipFill>
                <a:blip r:embed="rId30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6ABFA50-348D-032B-1523-9C5BDB1B3EB2}"/>
                  </a:ext>
                </a:extLst>
              </p:cNvPr>
              <p:cNvSpPr txBox="1"/>
              <p:nvPr/>
            </p:nvSpPr>
            <p:spPr>
              <a:xfrm>
                <a:off x="3663873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6ABFA50-348D-032B-1523-9C5BDB1B3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873" y="2555589"/>
                <a:ext cx="274434" cy="2308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9C9EC5-35C3-4059-74EC-F7B9AA916FB2}"/>
                  </a:ext>
                </a:extLst>
              </p:cNvPr>
              <p:cNvSpPr txBox="1"/>
              <p:nvPr/>
            </p:nvSpPr>
            <p:spPr>
              <a:xfrm>
                <a:off x="3823134" y="254897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FC9C9EC5-35C3-4059-74EC-F7B9AA916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4" y="2548971"/>
                <a:ext cx="274434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ectangle 78">
            <a:extLst>
              <a:ext uri="{FF2B5EF4-FFF2-40B4-BE49-F238E27FC236}">
                <a16:creationId xmlns:a16="http://schemas.microsoft.com/office/drawing/2014/main" id="{B4D2113B-EDE2-7C47-DDA0-0F0F99EB5A45}"/>
              </a:ext>
            </a:extLst>
          </p:cNvPr>
          <p:cNvSpPr/>
          <p:nvPr/>
        </p:nvSpPr>
        <p:spPr>
          <a:xfrm>
            <a:off x="3558335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B7690FA-4E4E-1BFB-A189-0716D99FD828}"/>
              </a:ext>
            </a:extLst>
          </p:cNvPr>
          <p:cNvSpPr/>
          <p:nvPr/>
        </p:nvSpPr>
        <p:spPr>
          <a:xfrm>
            <a:off x="372805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76AF93D-2A13-67D1-21F5-D7C904A6CB65}"/>
              </a:ext>
            </a:extLst>
          </p:cNvPr>
          <p:cNvSpPr/>
          <p:nvPr/>
        </p:nvSpPr>
        <p:spPr>
          <a:xfrm>
            <a:off x="389882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C4465FD-CB9F-1100-2FA0-3712208A478F}"/>
                  </a:ext>
                </a:extLst>
              </p:cNvPr>
              <p:cNvSpPr txBox="1"/>
              <p:nvPr/>
            </p:nvSpPr>
            <p:spPr>
              <a:xfrm>
                <a:off x="3987248" y="254884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C4465FD-CB9F-1100-2FA0-3712208A4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248" y="2548841"/>
                <a:ext cx="274434" cy="230832"/>
              </a:xfrm>
              <a:prstGeom prst="rect">
                <a:avLst/>
              </a:prstGeom>
              <a:blipFill>
                <a:blip r:embed="rId3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92FB331-B774-CFED-6A53-162616CABF6E}"/>
                  </a:ext>
                </a:extLst>
              </p:cNvPr>
              <p:cNvSpPr txBox="1"/>
              <p:nvPr/>
            </p:nvSpPr>
            <p:spPr>
              <a:xfrm>
                <a:off x="4165654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92FB331-B774-CFED-6A53-162616CAB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654" y="2555589"/>
                <a:ext cx="274434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B6C8134B-17C4-C374-C2E4-21FB6B832FF9}"/>
              </a:ext>
            </a:extLst>
          </p:cNvPr>
          <p:cNvSpPr/>
          <p:nvPr/>
        </p:nvSpPr>
        <p:spPr>
          <a:xfrm>
            <a:off x="406011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F212FC8-803D-DA53-F0C6-90C994C07327}"/>
              </a:ext>
            </a:extLst>
          </p:cNvPr>
          <p:cNvSpPr/>
          <p:nvPr/>
        </p:nvSpPr>
        <p:spPr>
          <a:xfrm>
            <a:off x="4229837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E4D297-31ED-55F6-0528-125AEBC510A1}"/>
              </a:ext>
            </a:extLst>
          </p:cNvPr>
          <p:cNvSpPr/>
          <p:nvPr/>
        </p:nvSpPr>
        <p:spPr>
          <a:xfrm>
            <a:off x="4400607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F0836F1-F93E-F5B5-0865-0BB98FF668CC}"/>
                  </a:ext>
                </a:extLst>
              </p:cNvPr>
              <p:cNvSpPr txBox="1"/>
              <p:nvPr/>
            </p:nvSpPr>
            <p:spPr>
              <a:xfrm>
                <a:off x="4323604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F0836F1-F93E-F5B5-0865-0BB98FF66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604" y="2555589"/>
                <a:ext cx="274434" cy="2308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55DBDCE-F9B1-0930-3D41-0E407417991B}"/>
                  </a:ext>
                </a:extLst>
              </p:cNvPr>
              <p:cNvSpPr txBox="1"/>
              <p:nvPr/>
            </p:nvSpPr>
            <p:spPr>
              <a:xfrm>
                <a:off x="5016826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55DBDCE-F9B1-0930-3D41-0E4074179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826" y="2555589"/>
                <a:ext cx="274434" cy="230832"/>
              </a:xfrm>
              <a:prstGeom prst="rect">
                <a:avLst/>
              </a:prstGeom>
              <a:blipFill>
                <a:blip r:embed="rId36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7779B06D-E9CE-AA71-1A99-24196B0AF052}"/>
                  </a:ext>
                </a:extLst>
              </p:cNvPr>
              <p:cNvSpPr txBox="1"/>
              <p:nvPr/>
            </p:nvSpPr>
            <p:spPr>
              <a:xfrm>
                <a:off x="5195232" y="2562337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7779B06D-E9CE-AA71-1A99-24196B0AF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5232" y="2562337"/>
                <a:ext cx="274434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046FA292-A2CE-0DA9-DC93-46140376E1E0}"/>
              </a:ext>
            </a:extLst>
          </p:cNvPr>
          <p:cNvSpPr/>
          <p:nvPr/>
        </p:nvSpPr>
        <p:spPr>
          <a:xfrm>
            <a:off x="5089694" y="2582645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DACEE62-89C4-028E-C687-1F987064A7C4}"/>
              </a:ext>
            </a:extLst>
          </p:cNvPr>
          <p:cNvSpPr/>
          <p:nvPr/>
        </p:nvSpPr>
        <p:spPr>
          <a:xfrm>
            <a:off x="5259415" y="2582645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D87F791-76C7-C05A-C688-CC92191239C0}"/>
              </a:ext>
            </a:extLst>
          </p:cNvPr>
          <p:cNvSpPr/>
          <p:nvPr/>
        </p:nvSpPr>
        <p:spPr>
          <a:xfrm>
            <a:off x="5430185" y="2582645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E71588-EAC5-D1F0-34D0-21B14A5A8ACA}"/>
                  </a:ext>
                </a:extLst>
              </p:cNvPr>
              <p:cNvSpPr txBox="1"/>
              <p:nvPr/>
            </p:nvSpPr>
            <p:spPr>
              <a:xfrm>
                <a:off x="5353182" y="2562337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dirty="0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E71588-EAC5-D1F0-34D0-21B14A5A8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182" y="2562337"/>
                <a:ext cx="274434" cy="2308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121A27D-8C92-4811-BB0E-328CB7067F32}"/>
                  </a:ext>
                </a:extLst>
              </p:cNvPr>
              <p:cNvSpPr txBox="1"/>
              <p:nvPr/>
            </p:nvSpPr>
            <p:spPr>
              <a:xfrm>
                <a:off x="4499438" y="2550723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dirty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121A27D-8C92-4811-BB0E-328CB7067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438" y="2550723"/>
                <a:ext cx="274434" cy="230832"/>
              </a:xfrm>
              <a:prstGeom prst="rect">
                <a:avLst/>
              </a:prstGeom>
              <a:blipFill>
                <a:blip r:embed="rId3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1EE9F7DB-0F4B-344F-DD56-4AC85AC884EE}"/>
                  </a:ext>
                </a:extLst>
              </p:cNvPr>
              <p:cNvSpPr txBox="1"/>
              <p:nvPr/>
            </p:nvSpPr>
            <p:spPr>
              <a:xfrm>
                <a:off x="4677844" y="255747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1EE9F7DB-0F4B-344F-DD56-4AC85AC8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7844" y="2557471"/>
                <a:ext cx="274434" cy="230832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ctangle 95">
            <a:extLst>
              <a:ext uri="{FF2B5EF4-FFF2-40B4-BE49-F238E27FC236}">
                <a16:creationId xmlns:a16="http://schemas.microsoft.com/office/drawing/2014/main" id="{7A843C10-44CA-F267-3767-1788D6FC62A6}"/>
              </a:ext>
            </a:extLst>
          </p:cNvPr>
          <p:cNvSpPr/>
          <p:nvPr/>
        </p:nvSpPr>
        <p:spPr>
          <a:xfrm>
            <a:off x="4572306" y="2577779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369CAFF-6FBE-4349-6BE9-EA9D6BCB16F8}"/>
              </a:ext>
            </a:extLst>
          </p:cNvPr>
          <p:cNvSpPr/>
          <p:nvPr/>
        </p:nvSpPr>
        <p:spPr>
          <a:xfrm>
            <a:off x="4742027" y="2577779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49C8A0F-6B44-6957-A926-18252AD0CF41}"/>
              </a:ext>
            </a:extLst>
          </p:cNvPr>
          <p:cNvSpPr/>
          <p:nvPr/>
        </p:nvSpPr>
        <p:spPr>
          <a:xfrm>
            <a:off x="4912797" y="2577779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13567A3-441D-D94A-F2E7-4F571C437F78}"/>
                  </a:ext>
                </a:extLst>
              </p:cNvPr>
              <p:cNvSpPr txBox="1"/>
              <p:nvPr/>
            </p:nvSpPr>
            <p:spPr>
              <a:xfrm>
                <a:off x="4835794" y="2557471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13567A3-441D-D94A-F2E7-4F571C437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794" y="2557471"/>
                <a:ext cx="274434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3BE80A0-4250-0FE6-98C1-618B060EC6C2}"/>
                  </a:ext>
                </a:extLst>
              </p:cNvPr>
              <p:cNvSpPr txBox="1"/>
              <p:nvPr/>
            </p:nvSpPr>
            <p:spPr>
              <a:xfrm>
                <a:off x="5522093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i="1" dirty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3BE80A0-4250-0FE6-98C1-618B060EC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2093" y="2555589"/>
                <a:ext cx="274434" cy="230832"/>
              </a:xfrm>
              <a:prstGeom prst="rect">
                <a:avLst/>
              </a:prstGeom>
              <a:blipFill>
                <a:blip r:embed="rId4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EAE31BF-0515-20B8-AA1B-87A3151F4857}"/>
                  </a:ext>
                </a:extLst>
              </p:cNvPr>
              <p:cNvSpPr txBox="1"/>
              <p:nvPr/>
            </p:nvSpPr>
            <p:spPr>
              <a:xfrm>
                <a:off x="5773366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EAE31BF-0515-20B8-AA1B-87A3151F4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366" y="2555589"/>
                <a:ext cx="274434" cy="230832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Rectangle 101">
            <a:extLst>
              <a:ext uri="{FF2B5EF4-FFF2-40B4-BE49-F238E27FC236}">
                <a16:creationId xmlns:a16="http://schemas.microsoft.com/office/drawing/2014/main" id="{1651E1BA-85BC-0626-4431-AEC295E69FDC}"/>
              </a:ext>
            </a:extLst>
          </p:cNvPr>
          <p:cNvSpPr/>
          <p:nvPr/>
        </p:nvSpPr>
        <p:spPr>
          <a:xfrm>
            <a:off x="5594961" y="2582645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820D7FA-454B-6E26-4F8E-2697D2639314}"/>
              </a:ext>
            </a:extLst>
          </p:cNvPr>
          <p:cNvSpPr/>
          <p:nvPr/>
        </p:nvSpPr>
        <p:spPr>
          <a:xfrm>
            <a:off x="5837549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3022868-5F01-C796-A85F-8CB38188CC19}"/>
              </a:ext>
            </a:extLst>
          </p:cNvPr>
          <p:cNvSpPr/>
          <p:nvPr/>
        </p:nvSpPr>
        <p:spPr>
          <a:xfrm>
            <a:off x="6087473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8E6539A-8C38-3253-7353-5FD6F89B36CC}"/>
                  </a:ext>
                </a:extLst>
              </p:cNvPr>
              <p:cNvSpPr txBox="1"/>
              <p:nvPr/>
            </p:nvSpPr>
            <p:spPr>
              <a:xfrm>
                <a:off x="6010470" y="2555589"/>
                <a:ext cx="274434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9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8E6539A-8C38-3253-7353-5FD6F89B3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0470" y="2555589"/>
                <a:ext cx="274434" cy="2308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Rectangle 105">
            <a:extLst>
              <a:ext uri="{FF2B5EF4-FFF2-40B4-BE49-F238E27FC236}">
                <a16:creationId xmlns:a16="http://schemas.microsoft.com/office/drawing/2014/main" id="{A9565CBC-761A-8393-B230-01E4494B6832}"/>
              </a:ext>
            </a:extLst>
          </p:cNvPr>
          <p:cNvSpPr/>
          <p:nvPr/>
        </p:nvSpPr>
        <p:spPr>
          <a:xfrm>
            <a:off x="2110836" y="2575897"/>
            <a:ext cx="130904" cy="172192"/>
          </a:xfrm>
          <a:prstGeom prst="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256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43</Words>
  <Application>Microsoft Macintosh PowerPoint</Application>
  <PresentationFormat>Widescreen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6</cp:revision>
  <dcterms:created xsi:type="dcterms:W3CDTF">2026-02-09T03:09:22Z</dcterms:created>
  <dcterms:modified xsi:type="dcterms:W3CDTF">2026-02-20T21:21:59Z</dcterms:modified>
</cp:coreProperties>
</file>