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271" d="100"/>
          <a:sy n="271" d="100"/>
        </p:scale>
        <p:origin x="-3176" y="-6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F4B99-8CB5-B8EE-799A-684C9FD4A3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2D0D58-B78E-0CF5-227F-1316A496E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C2738-C4C0-29B1-962B-75EED7AA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A73DE-EFB4-6D16-0F01-ACF696EF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4237E-C08C-DAB5-108C-D8E177D21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79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BCB7-08C6-C406-6CD5-E63E643F7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FAC4F-01B8-9F3A-E6FB-4E7A5F8EE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B32F2-6CCC-430F-B224-C111EF320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2BC14-4152-39B8-4631-4BB12489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09BA2-6543-9FCE-A8E6-9A5A6C0FA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417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AF879-B852-19BB-42D0-A5493F6D9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615A2-ED54-4B46-5729-EA920D7CAF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5C707-381D-69CC-AC97-01293492C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21C9E-A9B5-BDA6-7291-EA98992BE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BAF35-38BC-5B25-3129-09A787F93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000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60056-368C-A4C9-8FE9-7BF3AF76A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5E906-6F8D-B5CD-ABD8-3F5DEB6E35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7CC5A-FE93-A394-B884-4DA81D6E1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FAD2F-0882-8E17-8BF2-A17F3F1D4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C2851-321A-280D-40CE-CAC4B9B0D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EC9A67-BED2-A7F1-21AB-A85C9026D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66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8671-5DE8-EF68-F62D-628136271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E794D-CE6B-A021-0291-144614F6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0CFE00-CA9A-0065-E2DC-0A911BA11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88B16B-4DF4-FBA1-F2B1-9C376DBCB9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F10F05-263D-426E-5DE4-3B1FDF214A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B55643-D282-4B72-B8DF-E8DAED554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94E091-FD9F-539B-E9A9-525D3DB67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B4CF4-A375-DFA2-1FFE-156993D91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82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9E619-56C0-85E7-AFBC-792E5C9BB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59B73E-42E5-574B-FABC-6957BB2C8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56DE8D-0B1C-35FD-6A8D-37405BB07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B70554-5E6E-EA1C-4A01-98CE60745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2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F42AFB-FF68-B81B-8F15-4BDC7CA07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CADE0E-52C1-9B87-D1AC-42182A24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762BFF-A7FE-0868-8A1F-19F69DE5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19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E1D5-BE61-DA57-C4BF-D9436802A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A3659-29D9-DC61-733F-D938464A5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F584BA-BBEB-C81F-BCE4-25F6470CD5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B59D95-D6E8-DFCF-E39F-E045D6CED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E2FE27-F664-B707-DCA0-423752FB1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70D5C-5453-844E-6CBE-B3C7079A9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973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1423-F98A-F71F-BB44-38B46BAA2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6E5654-4143-6182-1090-3CF671936E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63F202-9613-EE45-8A0B-68DFBDB8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C5CA8-A0CD-E942-672D-9EA3EE53C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39DBFC-15CF-101A-CE41-22C3A7D90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89ED3-B933-1B47-B8BF-6357106E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872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732F1-BE98-3DD4-D896-2AD9DCB4A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8A6F9A-7F94-4B36-3ED6-8CDC715659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0DD57-22F0-DB86-FBB6-D5EF4AFCE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68911-A7FD-5D1A-C49A-165D0EEAE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BB9379-9C97-8209-071E-7DF07E022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3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9BB7E4-9D15-F246-2A74-B3949719C5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31B9F-6FDA-397D-F36F-919BBA240C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E58F9-82D7-2D87-4EB2-500BEE8F3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5720C-716E-5314-5808-EBBCDEE47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9841C5-3DB6-DFBC-35FE-F8AC738FB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48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3F8865-6B9F-A281-5B9E-9B608F417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F37F3A-0209-29A2-6D2B-F53A22E12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2A6A7-7DCB-F7CC-D66E-638B7B0FD0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68BB92-E678-1240-9DC0-E63EB63B185B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6FE25-C74B-9038-DA8F-60E4C47E5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A0C07-C91B-E6C1-9F80-5B8F3CB56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1D73D-B069-D249-AA05-A72779851E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35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129C8D2-29F0-6650-B5EA-ADEE0D5BE638}"/>
                  </a:ext>
                </a:extLst>
              </p:cNvPr>
              <p:cNvSpPr/>
              <p:nvPr/>
            </p:nvSpPr>
            <p:spPr>
              <a:xfrm>
                <a:off x="4014722" y="5786263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129C8D2-29F0-6650-B5EA-ADEE0D5BE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722" y="5786263"/>
                <a:ext cx="288758" cy="317633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E4646E8-2B5D-092C-3995-750ED3132E53}"/>
                  </a:ext>
                </a:extLst>
              </p:cNvPr>
              <p:cNvSpPr/>
              <p:nvPr/>
            </p:nvSpPr>
            <p:spPr>
              <a:xfrm>
                <a:off x="3365263" y="5216522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E4646E8-2B5D-092C-3995-750ED3132E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263" y="5216522"/>
                <a:ext cx="288758" cy="317633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4E2989B-C07C-A4DB-9F4A-7799B6D98C76}"/>
                  </a:ext>
                </a:extLst>
              </p:cNvPr>
              <p:cNvSpPr/>
              <p:nvPr/>
            </p:nvSpPr>
            <p:spPr>
              <a:xfrm>
                <a:off x="4671214" y="521652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4E2989B-C07C-A4DB-9F4A-7799B6D98C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214" y="5216521"/>
                <a:ext cx="288758" cy="31763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6450FF-C50E-D028-B201-6D3E19B219C8}"/>
                  </a:ext>
                </a:extLst>
              </p:cNvPr>
              <p:cNvSpPr/>
              <p:nvPr/>
            </p:nvSpPr>
            <p:spPr>
              <a:xfrm>
                <a:off x="2685325" y="4475623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6450FF-C50E-D028-B201-6D3E19B219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5325" y="4475623"/>
                <a:ext cx="288758" cy="31763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5631AF0-9C9A-5AD0-B4B3-774D57F99E2A}"/>
                  </a:ext>
                </a:extLst>
              </p:cNvPr>
              <p:cNvSpPr/>
              <p:nvPr/>
            </p:nvSpPr>
            <p:spPr>
              <a:xfrm>
                <a:off x="3654021" y="4475622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5631AF0-9C9A-5AD0-B4B3-774D57F99E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021" y="4475622"/>
                <a:ext cx="288758" cy="31763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CBE4805-E5A0-D26B-F8DC-60C02BA6D054}"/>
                  </a:ext>
                </a:extLst>
              </p:cNvPr>
              <p:cNvSpPr/>
              <p:nvPr/>
            </p:nvSpPr>
            <p:spPr>
              <a:xfrm>
                <a:off x="4333959" y="4475621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CBE4805-E5A0-D26B-F8DC-60C02BA6D0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959" y="4475621"/>
                <a:ext cx="288758" cy="317633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6CCEDDB-D471-DD6D-FC34-92BD2DDAF98A}"/>
                  </a:ext>
                </a:extLst>
              </p:cNvPr>
              <p:cNvSpPr/>
              <p:nvPr/>
            </p:nvSpPr>
            <p:spPr>
              <a:xfrm>
                <a:off x="5318698" y="4495855"/>
                <a:ext cx="288758" cy="317633"/>
              </a:xfrm>
              <a:prstGeom prst="ellipse">
                <a:avLst/>
              </a:prstGeom>
              <a:solidFill>
                <a:schemeClr val="accent1">
                  <a:alpha val="42171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6CCEDDB-D471-DD6D-FC34-92BD2DDAF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8698" y="4495855"/>
                <a:ext cx="288758" cy="317633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0256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7</Words>
  <Application>Microsoft Macintosh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Dimitar Gueorguiev</dc:creator>
  <cp:lastModifiedBy>Dimitar Gueorguiev</cp:lastModifiedBy>
  <cp:revision>2</cp:revision>
  <dcterms:created xsi:type="dcterms:W3CDTF">2026-02-09T03:09:22Z</dcterms:created>
  <dcterms:modified xsi:type="dcterms:W3CDTF">2026-02-18T03:42:48Z</dcterms:modified>
</cp:coreProperties>
</file>