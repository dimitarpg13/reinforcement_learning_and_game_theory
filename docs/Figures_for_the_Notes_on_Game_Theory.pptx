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215" d="100"/>
          <a:sy n="215" d="100"/>
        </p:scale>
        <p:origin x="-1656" y="-3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F4B99-8CB5-B8EE-799A-684C9FD4A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2D0D58-B78E-0CF5-227F-1316A496E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C2738-C4C0-29B1-962B-75EED7AA4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8BB92-E678-1240-9DC0-E63EB63B185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A73DE-EFB4-6D16-0F01-ACF696EF1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4237E-C08C-DAB5-108C-D8E177D21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D73D-B069-D249-AA05-A7277985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779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8BCB7-08C6-C406-6CD5-E63E643F7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FAC4F-01B8-9F3A-E6FB-4E7A5F8EE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B32F2-6CCC-430F-B224-C111EF320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8BB92-E678-1240-9DC0-E63EB63B185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2BC14-4152-39B8-4631-4BB124891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09BA2-6543-9FCE-A8E6-9A5A6C0FA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D73D-B069-D249-AA05-A7277985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417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AF879-B852-19BB-42D0-A5493F6D9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615A2-ED54-4B46-5729-EA920D7CA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5C707-381D-69CC-AC97-01293492C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8BB92-E678-1240-9DC0-E63EB63B185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21C9E-A9B5-BDA6-7291-EA98992BE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BAF35-38BC-5B25-3129-09A787F9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D73D-B069-D249-AA05-A7277985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000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60056-368C-A4C9-8FE9-7BF3AF76A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5E906-6F8D-B5CD-ABD8-3F5DEB6E35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27CC5A-FE93-A394-B884-4DA81D6E1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FAD2F-0882-8E17-8BF2-A17F3F1D4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8BB92-E678-1240-9DC0-E63EB63B185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C2851-321A-280D-40CE-CAC4B9B0D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C9A67-BED2-A7F1-21AB-A85C9026D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D73D-B069-D249-AA05-A7277985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66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A8671-5DE8-EF68-F62D-628136271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E794D-CE6B-A021-0291-144614F68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CFE00-CA9A-0065-E2DC-0A911BA11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88B16B-4DF4-FBA1-F2B1-9C376DBCB9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F10F05-263D-426E-5DE4-3B1FDF214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B55643-D282-4B72-B8DF-E8DAED554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8BB92-E678-1240-9DC0-E63EB63B185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94E091-FD9F-539B-E9A9-525D3DB67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DB4CF4-A375-DFA2-1FFE-156993D9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D73D-B069-D249-AA05-A7277985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2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9E619-56C0-85E7-AFBC-792E5C9BB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59B73E-42E5-574B-FABC-6957BB2C8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8BB92-E678-1240-9DC0-E63EB63B185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56DE8D-0B1C-35FD-6A8D-37405BB07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B70554-5E6E-EA1C-4A01-98CE60745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D73D-B069-D249-AA05-A7277985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26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F42AFB-FF68-B81B-8F15-4BDC7CA07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8BB92-E678-1240-9DC0-E63EB63B185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CADE0E-52C1-9B87-D1AC-42182A24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62BFF-A7FE-0868-8A1F-19F69DE52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D73D-B069-D249-AA05-A7277985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9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E1D5-BE61-DA57-C4BF-D9436802A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A3659-29D9-DC61-733F-D938464A5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F584BA-BBEB-C81F-BCE4-25F6470CD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B59D95-D6E8-DFCF-E39F-E045D6CED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8BB92-E678-1240-9DC0-E63EB63B185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2FE27-F664-B707-DCA0-423752FB1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70D5C-5453-844E-6CBE-B3C7079A9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D73D-B069-D249-AA05-A7277985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973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81423-F98A-F71F-BB44-38B46BAA2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6E5654-4143-6182-1090-3CF671936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63F202-9613-EE45-8A0B-68DFBDB8B2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C5CA8-A0CD-E942-672D-9EA3EE53C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8BB92-E678-1240-9DC0-E63EB63B185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9DBFC-15CF-101A-CE41-22C3A7D90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89ED3-B933-1B47-B8BF-6357106E2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D73D-B069-D249-AA05-A7277985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872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732F1-BE98-3DD4-D896-2AD9DCB4A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8A6F9A-7F94-4B36-3ED6-8CDC71565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0DD57-22F0-DB86-FBB6-D5EF4AFCE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8BB92-E678-1240-9DC0-E63EB63B185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68911-A7FD-5D1A-C49A-165D0EE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B9379-9C97-8209-071E-7DF07E022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D73D-B069-D249-AA05-A7277985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3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9BB7E4-9D15-F246-2A74-B3949719C5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31B9F-6FDA-397D-F36F-919BBA240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E58F9-82D7-2D87-4EB2-500BEE8F3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8BB92-E678-1240-9DC0-E63EB63B185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5720C-716E-5314-5808-EBBCDEE47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841C5-3DB6-DFBC-35FE-F8AC738FB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1D73D-B069-D249-AA05-A7277985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04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3F8865-6B9F-A281-5B9E-9B608F417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37F3A-0209-29A2-6D2B-F53A22E12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E2A6A7-7DCB-F7CC-D66E-638B7B0FD0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68BB92-E678-1240-9DC0-E63EB63B185B}" type="datetimeFigureOut">
              <a:rPr lang="en-US" smtClean="0"/>
              <a:t>2/20/26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6FE25-C74B-9038-DA8F-60E4C47E5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A0C07-C91B-E6C1-9F80-5B8F3CB56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91D73D-B069-D249-AA05-A72779851E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350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1129C8D2-29F0-6650-B5EA-ADEE0D5BE638}"/>
                  </a:ext>
                </a:extLst>
              </p:cNvPr>
              <p:cNvSpPr/>
              <p:nvPr/>
            </p:nvSpPr>
            <p:spPr>
              <a:xfrm>
                <a:off x="4014722" y="5786263"/>
                <a:ext cx="288758" cy="317633"/>
              </a:xfrm>
              <a:prstGeom prst="ellipse">
                <a:avLst/>
              </a:prstGeom>
              <a:solidFill>
                <a:schemeClr val="accent1">
                  <a:alpha val="42171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1129C8D2-29F0-6650-B5EA-ADEE0D5BE6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4722" y="5786263"/>
                <a:ext cx="288758" cy="317633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1E4646E8-2B5D-092C-3995-750ED3132E53}"/>
                  </a:ext>
                </a:extLst>
              </p:cNvPr>
              <p:cNvSpPr/>
              <p:nvPr/>
            </p:nvSpPr>
            <p:spPr>
              <a:xfrm>
                <a:off x="3365263" y="5216522"/>
                <a:ext cx="288758" cy="317633"/>
              </a:xfrm>
              <a:prstGeom prst="ellipse">
                <a:avLst/>
              </a:prstGeom>
              <a:solidFill>
                <a:schemeClr val="accent1">
                  <a:alpha val="42171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1E4646E8-2B5D-092C-3995-750ED3132E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263" y="5216522"/>
                <a:ext cx="288758" cy="317633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4E2989B-C07C-A4DB-9F4A-7799B6D98C76}"/>
                  </a:ext>
                </a:extLst>
              </p:cNvPr>
              <p:cNvSpPr/>
              <p:nvPr/>
            </p:nvSpPr>
            <p:spPr>
              <a:xfrm>
                <a:off x="4671214" y="5216521"/>
                <a:ext cx="288758" cy="317633"/>
              </a:xfrm>
              <a:prstGeom prst="ellipse">
                <a:avLst/>
              </a:prstGeom>
              <a:solidFill>
                <a:schemeClr val="accent1">
                  <a:alpha val="42171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64E2989B-C07C-A4DB-9F4A-7799B6D98C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214" y="5216521"/>
                <a:ext cx="288758" cy="31763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D6450FF-C50E-D028-B201-6D3E19B219C8}"/>
                  </a:ext>
                </a:extLst>
              </p:cNvPr>
              <p:cNvSpPr/>
              <p:nvPr/>
            </p:nvSpPr>
            <p:spPr>
              <a:xfrm>
                <a:off x="2685325" y="4475623"/>
                <a:ext cx="288758" cy="317633"/>
              </a:xfrm>
              <a:prstGeom prst="ellipse">
                <a:avLst/>
              </a:prstGeom>
              <a:solidFill>
                <a:schemeClr val="accent1">
                  <a:alpha val="42171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D6450FF-C50E-D028-B201-6D3E19B219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5325" y="4475623"/>
                <a:ext cx="288758" cy="317633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5631AF0-9C9A-5AD0-B4B3-774D57F99E2A}"/>
                  </a:ext>
                </a:extLst>
              </p:cNvPr>
              <p:cNvSpPr/>
              <p:nvPr/>
            </p:nvSpPr>
            <p:spPr>
              <a:xfrm>
                <a:off x="3654021" y="4475622"/>
                <a:ext cx="288758" cy="317633"/>
              </a:xfrm>
              <a:prstGeom prst="ellipse">
                <a:avLst/>
              </a:prstGeom>
              <a:solidFill>
                <a:schemeClr val="accent1">
                  <a:alpha val="42171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55631AF0-9C9A-5AD0-B4B3-774D57F99E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4021" y="4475622"/>
                <a:ext cx="288758" cy="31763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CBE4805-E5A0-D26B-F8DC-60C02BA6D054}"/>
                  </a:ext>
                </a:extLst>
              </p:cNvPr>
              <p:cNvSpPr/>
              <p:nvPr/>
            </p:nvSpPr>
            <p:spPr>
              <a:xfrm>
                <a:off x="4333959" y="4475621"/>
                <a:ext cx="288758" cy="317633"/>
              </a:xfrm>
              <a:prstGeom prst="ellipse">
                <a:avLst/>
              </a:prstGeom>
              <a:solidFill>
                <a:schemeClr val="accent1">
                  <a:alpha val="42171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CBE4805-E5A0-D26B-F8DC-60C02BA6D0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3959" y="4475621"/>
                <a:ext cx="288758" cy="317633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6CCEDDB-D471-DD6D-FC34-92BD2DDAF98A}"/>
                  </a:ext>
                </a:extLst>
              </p:cNvPr>
              <p:cNvSpPr/>
              <p:nvPr/>
            </p:nvSpPr>
            <p:spPr>
              <a:xfrm>
                <a:off x="5318698" y="4495855"/>
                <a:ext cx="288758" cy="317633"/>
              </a:xfrm>
              <a:prstGeom prst="ellipse">
                <a:avLst/>
              </a:prstGeom>
              <a:solidFill>
                <a:schemeClr val="accent1">
                  <a:alpha val="42171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06CCEDDB-D471-DD6D-FC34-92BD2DDAF9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698" y="4495855"/>
                <a:ext cx="288758" cy="317633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DA755CE-AF00-AFEC-C9CA-91E29A9691D1}"/>
              </a:ext>
            </a:extLst>
          </p:cNvPr>
          <p:cNvCxnSpPr>
            <a:stCxn id="2" idx="1"/>
            <a:endCxn id="3" idx="5"/>
          </p:cNvCxnSpPr>
          <p:nvPr/>
        </p:nvCxnSpPr>
        <p:spPr>
          <a:xfrm flipH="1" flipV="1">
            <a:off x="3611733" y="5487639"/>
            <a:ext cx="445277" cy="3451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B140D8-8C4E-5D48-DD98-F88953E2F124}"/>
              </a:ext>
            </a:extLst>
          </p:cNvPr>
          <p:cNvCxnSpPr>
            <a:stCxn id="3" idx="1"/>
            <a:endCxn id="6" idx="5"/>
          </p:cNvCxnSpPr>
          <p:nvPr/>
        </p:nvCxnSpPr>
        <p:spPr>
          <a:xfrm flipH="1" flipV="1">
            <a:off x="2931795" y="4746740"/>
            <a:ext cx="475756" cy="51629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A173CF6-8FAB-FDB8-5DD6-8B0960AB2298}"/>
                  </a:ext>
                </a:extLst>
              </p:cNvPr>
              <p:cNvSpPr/>
              <p:nvPr/>
            </p:nvSpPr>
            <p:spPr>
              <a:xfrm>
                <a:off x="2078069" y="3605771"/>
                <a:ext cx="288758" cy="317633"/>
              </a:xfrm>
              <a:prstGeom prst="ellipse">
                <a:avLst/>
              </a:prstGeom>
              <a:solidFill>
                <a:schemeClr val="accent1">
                  <a:alpha val="42171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9A173CF6-8FAB-FDB8-5DD6-8B0960AB22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8069" y="3605771"/>
                <a:ext cx="288758" cy="317633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99EF3E45-8359-813B-D364-4E497ECF6D82}"/>
                  </a:ext>
                </a:extLst>
              </p:cNvPr>
              <p:cNvSpPr/>
              <p:nvPr/>
            </p:nvSpPr>
            <p:spPr>
              <a:xfrm>
                <a:off x="2613813" y="3604902"/>
                <a:ext cx="288758" cy="317633"/>
              </a:xfrm>
              <a:prstGeom prst="ellipse">
                <a:avLst/>
              </a:prstGeom>
              <a:solidFill>
                <a:schemeClr val="accent1">
                  <a:alpha val="42171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99EF3E45-8359-813B-D364-4E497ECF6D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3813" y="3604902"/>
                <a:ext cx="288758" cy="317633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4B0F3BC-15FA-92A2-7435-B66CC438CADC}"/>
                  </a:ext>
                </a:extLst>
              </p:cNvPr>
              <p:cNvSpPr/>
              <p:nvPr/>
            </p:nvSpPr>
            <p:spPr>
              <a:xfrm>
                <a:off x="3131256" y="3580340"/>
                <a:ext cx="288758" cy="317633"/>
              </a:xfrm>
              <a:prstGeom prst="ellipse">
                <a:avLst/>
              </a:prstGeom>
              <a:solidFill>
                <a:schemeClr val="accent1">
                  <a:alpha val="42171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54B0F3BC-15FA-92A2-7435-B66CC438CA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256" y="3580340"/>
                <a:ext cx="288758" cy="317633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4569054-3742-2D89-DA42-87EDEF70C44F}"/>
                  </a:ext>
                </a:extLst>
              </p:cNvPr>
              <p:cNvSpPr/>
              <p:nvPr/>
            </p:nvSpPr>
            <p:spPr>
              <a:xfrm>
                <a:off x="3667000" y="3589718"/>
                <a:ext cx="288758" cy="317633"/>
              </a:xfrm>
              <a:prstGeom prst="ellipse">
                <a:avLst/>
              </a:prstGeom>
              <a:solidFill>
                <a:schemeClr val="accent1">
                  <a:alpha val="42171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4569054-3742-2D89-DA42-87EDEF70C4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7000" y="3589718"/>
                <a:ext cx="288758" cy="317633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A029C7E-7272-1460-71E2-3AC2F9A870EC}"/>
                  </a:ext>
                </a:extLst>
              </p:cNvPr>
              <p:cNvSpPr/>
              <p:nvPr/>
            </p:nvSpPr>
            <p:spPr>
              <a:xfrm>
                <a:off x="4159101" y="3591557"/>
                <a:ext cx="288758" cy="317633"/>
              </a:xfrm>
              <a:prstGeom prst="ellipse">
                <a:avLst/>
              </a:prstGeom>
              <a:solidFill>
                <a:schemeClr val="accent1">
                  <a:alpha val="42171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A029C7E-7272-1460-71E2-3AC2F9A870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9101" y="3591557"/>
                <a:ext cx="288758" cy="317633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54F38FD-C2DD-4F1A-80B4-C9BBF51E3D2C}"/>
                  </a:ext>
                </a:extLst>
              </p:cNvPr>
              <p:cNvSpPr/>
              <p:nvPr/>
            </p:nvSpPr>
            <p:spPr>
              <a:xfrm>
                <a:off x="4674331" y="3611581"/>
                <a:ext cx="288758" cy="317633"/>
              </a:xfrm>
              <a:prstGeom prst="ellipse">
                <a:avLst/>
              </a:prstGeom>
              <a:solidFill>
                <a:schemeClr val="accent1">
                  <a:alpha val="42171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54F38FD-C2DD-4F1A-80B4-C9BBF51E3D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4331" y="3611581"/>
                <a:ext cx="288758" cy="317633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30FF063-3833-5D0B-4976-E4A64A71A390}"/>
                  </a:ext>
                </a:extLst>
              </p:cNvPr>
              <p:cNvSpPr/>
              <p:nvPr/>
            </p:nvSpPr>
            <p:spPr>
              <a:xfrm>
                <a:off x="5174319" y="3611581"/>
                <a:ext cx="288758" cy="317633"/>
              </a:xfrm>
              <a:prstGeom prst="ellipse">
                <a:avLst/>
              </a:prstGeom>
              <a:solidFill>
                <a:schemeClr val="accent1">
                  <a:alpha val="42171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630FF063-3833-5D0B-4976-E4A64A71A3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319" y="3611581"/>
                <a:ext cx="288758" cy="317633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8D9EEEAA-64C4-0F8A-177D-64246EB97B0D}"/>
                  </a:ext>
                </a:extLst>
              </p:cNvPr>
              <p:cNvSpPr/>
              <p:nvPr/>
            </p:nvSpPr>
            <p:spPr>
              <a:xfrm>
                <a:off x="5685755" y="3612322"/>
                <a:ext cx="288758" cy="317633"/>
              </a:xfrm>
              <a:prstGeom prst="ellipse">
                <a:avLst/>
              </a:prstGeom>
              <a:solidFill>
                <a:schemeClr val="accent1">
                  <a:alpha val="42171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8D9EEEAA-64C4-0F8A-177D-64246EB97B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755" y="3612322"/>
                <a:ext cx="288758" cy="317633"/>
              </a:xfrm>
              <a:prstGeom prst="ellipse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4DA1A6E-62F0-3204-7F0D-CD0A06036E59}"/>
              </a:ext>
            </a:extLst>
          </p:cNvPr>
          <p:cNvCxnSpPr>
            <a:stCxn id="14" idx="1"/>
          </p:cNvCxnSpPr>
          <p:nvPr/>
        </p:nvCxnSpPr>
        <p:spPr>
          <a:xfrm flipH="1" flipV="1">
            <a:off x="1889760" y="2733822"/>
            <a:ext cx="230597" cy="9184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C8C82E8-4AA5-D04E-FC61-D3645C9463C1}"/>
              </a:ext>
            </a:extLst>
          </p:cNvPr>
          <p:cNvCxnSpPr>
            <a:stCxn id="14" idx="0"/>
          </p:cNvCxnSpPr>
          <p:nvPr/>
        </p:nvCxnSpPr>
        <p:spPr>
          <a:xfrm flipH="1" flipV="1">
            <a:off x="2175803" y="2729132"/>
            <a:ext cx="46645" cy="8766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0571233-EEB0-9232-2A1C-0C7FE6CC48E2}"/>
              </a:ext>
            </a:extLst>
          </p:cNvPr>
          <p:cNvCxnSpPr>
            <a:stCxn id="14" idx="7"/>
          </p:cNvCxnSpPr>
          <p:nvPr/>
        </p:nvCxnSpPr>
        <p:spPr>
          <a:xfrm flipV="1">
            <a:off x="2324539" y="2733822"/>
            <a:ext cx="85726" cy="9184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CF6C6DA-4B47-6E9D-2163-83621AD75137}"/>
              </a:ext>
            </a:extLst>
          </p:cNvPr>
          <p:cNvCxnSpPr>
            <a:stCxn id="15" idx="1"/>
          </p:cNvCxnSpPr>
          <p:nvPr/>
        </p:nvCxnSpPr>
        <p:spPr>
          <a:xfrm flipH="1" flipV="1">
            <a:off x="2574388" y="2729132"/>
            <a:ext cx="81713" cy="9222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5B0FBFB-55A9-591B-38B3-36C814CF5FBC}"/>
              </a:ext>
            </a:extLst>
          </p:cNvPr>
          <p:cNvCxnSpPr>
            <a:stCxn id="15" idx="0"/>
          </p:cNvCxnSpPr>
          <p:nvPr/>
        </p:nvCxnSpPr>
        <p:spPr>
          <a:xfrm flipV="1">
            <a:off x="2758192" y="2729132"/>
            <a:ext cx="0" cy="8757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F6415F5-C305-B385-F9D8-2D0562E730FC}"/>
              </a:ext>
            </a:extLst>
          </p:cNvPr>
          <p:cNvCxnSpPr>
            <a:stCxn id="15" idx="7"/>
          </p:cNvCxnSpPr>
          <p:nvPr/>
        </p:nvCxnSpPr>
        <p:spPr>
          <a:xfrm flipV="1">
            <a:off x="2860283" y="2729132"/>
            <a:ext cx="71512" cy="9222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706D41E-6037-A7D3-B36A-6DA3CE0AB042}"/>
              </a:ext>
            </a:extLst>
          </p:cNvPr>
          <p:cNvCxnSpPr/>
          <p:nvPr/>
        </p:nvCxnSpPr>
        <p:spPr>
          <a:xfrm flipV="1">
            <a:off x="3384258" y="2721063"/>
            <a:ext cx="71512" cy="9222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9966F22-8EE6-A0D4-FAFE-F1AC951AD1EF}"/>
              </a:ext>
            </a:extLst>
          </p:cNvPr>
          <p:cNvCxnSpPr/>
          <p:nvPr/>
        </p:nvCxnSpPr>
        <p:spPr>
          <a:xfrm flipV="1">
            <a:off x="3275635" y="2713948"/>
            <a:ext cx="0" cy="8757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8A33829-BB15-BD02-5877-EF3F9EDD11BA}"/>
              </a:ext>
            </a:extLst>
          </p:cNvPr>
          <p:cNvCxnSpPr/>
          <p:nvPr/>
        </p:nvCxnSpPr>
        <p:spPr>
          <a:xfrm flipH="1" flipV="1">
            <a:off x="3100122" y="2716191"/>
            <a:ext cx="81713" cy="9222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E1A80D5-E06B-B2BA-FAB1-8D90BFFC3334}"/>
              </a:ext>
            </a:extLst>
          </p:cNvPr>
          <p:cNvCxnSpPr/>
          <p:nvPr/>
        </p:nvCxnSpPr>
        <p:spPr>
          <a:xfrm flipV="1">
            <a:off x="3894827" y="2721063"/>
            <a:ext cx="71512" cy="9222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060D3DB-F9AB-CB46-976A-5ED9A7F14597}"/>
              </a:ext>
            </a:extLst>
          </p:cNvPr>
          <p:cNvCxnSpPr/>
          <p:nvPr/>
        </p:nvCxnSpPr>
        <p:spPr>
          <a:xfrm flipV="1">
            <a:off x="3788529" y="2713948"/>
            <a:ext cx="0" cy="8757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9E8C987-1632-459F-C4C8-1F16FFF48B6B}"/>
              </a:ext>
            </a:extLst>
          </p:cNvPr>
          <p:cNvCxnSpPr/>
          <p:nvPr/>
        </p:nvCxnSpPr>
        <p:spPr>
          <a:xfrm flipH="1" flipV="1">
            <a:off x="3625856" y="2729132"/>
            <a:ext cx="81713" cy="9222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C3A500D-409A-6FB1-2813-5D3D1CD1C935}"/>
              </a:ext>
            </a:extLst>
          </p:cNvPr>
          <p:cNvCxnSpPr/>
          <p:nvPr/>
        </p:nvCxnSpPr>
        <p:spPr>
          <a:xfrm flipV="1">
            <a:off x="4384170" y="2713948"/>
            <a:ext cx="71512" cy="9222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5AB434A-A9E5-75CE-67BE-A387FD16A14B}"/>
              </a:ext>
            </a:extLst>
          </p:cNvPr>
          <p:cNvCxnSpPr/>
          <p:nvPr/>
        </p:nvCxnSpPr>
        <p:spPr>
          <a:xfrm flipV="1">
            <a:off x="4890374" y="2721063"/>
            <a:ext cx="71512" cy="9222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87BA800-EC56-0044-7462-2489F9A6EBF0}"/>
              </a:ext>
            </a:extLst>
          </p:cNvPr>
          <p:cNvCxnSpPr/>
          <p:nvPr/>
        </p:nvCxnSpPr>
        <p:spPr>
          <a:xfrm flipV="1">
            <a:off x="5391565" y="2722813"/>
            <a:ext cx="71512" cy="9222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20E6139-B932-7811-4AC0-C2A66DD10839}"/>
              </a:ext>
            </a:extLst>
          </p:cNvPr>
          <p:cNvCxnSpPr>
            <a:cxnSpLocks/>
          </p:cNvCxnSpPr>
          <p:nvPr/>
        </p:nvCxnSpPr>
        <p:spPr>
          <a:xfrm flipV="1">
            <a:off x="5903001" y="2729132"/>
            <a:ext cx="254576" cy="9142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EE90164-CBF6-5D85-EC45-3A291A67550F}"/>
              </a:ext>
            </a:extLst>
          </p:cNvPr>
          <p:cNvCxnSpPr/>
          <p:nvPr/>
        </p:nvCxnSpPr>
        <p:spPr>
          <a:xfrm flipV="1">
            <a:off x="4289926" y="2721063"/>
            <a:ext cx="0" cy="8757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E622361-F39F-8BC0-C713-E4A954E6934B}"/>
              </a:ext>
            </a:extLst>
          </p:cNvPr>
          <p:cNvCxnSpPr/>
          <p:nvPr/>
        </p:nvCxnSpPr>
        <p:spPr>
          <a:xfrm flipV="1">
            <a:off x="4815593" y="2729132"/>
            <a:ext cx="0" cy="8757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52F10DE-6AC5-A5A8-C815-BFC35C2A8DB4}"/>
              </a:ext>
            </a:extLst>
          </p:cNvPr>
          <p:cNvCxnSpPr/>
          <p:nvPr/>
        </p:nvCxnSpPr>
        <p:spPr>
          <a:xfrm flipV="1">
            <a:off x="5318698" y="2729132"/>
            <a:ext cx="0" cy="8757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B4091E2-42AA-B25E-735A-58D0E283D9F1}"/>
              </a:ext>
            </a:extLst>
          </p:cNvPr>
          <p:cNvCxnSpPr>
            <a:cxnSpLocks/>
          </p:cNvCxnSpPr>
          <p:nvPr/>
        </p:nvCxnSpPr>
        <p:spPr>
          <a:xfrm flipV="1">
            <a:off x="5830134" y="2729132"/>
            <a:ext cx="72867" cy="8757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60A43ED-8869-679B-B6D1-320B3E5D2763}"/>
              </a:ext>
            </a:extLst>
          </p:cNvPr>
          <p:cNvCxnSpPr/>
          <p:nvPr/>
        </p:nvCxnSpPr>
        <p:spPr>
          <a:xfrm flipH="1" flipV="1">
            <a:off x="4110421" y="2713948"/>
            <a:ext cx="81713" cy="9222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A4F5663-A153-4A93-5236-CA4A54B3CB88}"/>
              </a:ext>
            </a:extLst>
          </p:cNvPr>
          <p:cNvCxnSpPr/>
          <p:nvPr/>
        </p:nvCxnSpPr>
        <p:spPr>
          <a:xfrm flipH="1" flipV="1">
            <a:off x="4644055" y="2721063"/>
            <a:ext cx="81713" cy="9222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66B2CE6-27EC-B86B-CC7C-1542B34610BF}"/>
              </a:ext>
            </a:extLst>
          </p:cNvPr>
          <p:cNvCxnSpPr/>
          <p:nvPr/>
        </p:nvCxnSpPr>
        <p:spPr>
          <a:xfrm flipH="1" flipV="1">
            <a:off x="5154244" y="2729132"/>
            <a:ext cx="81713" cy="9222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B33DDC5-F109-60EF-73F2-D6E5EEBF8104}"/>
              </a:ext>
            </a:extLst>
          </p:cNvPr>
          <p:cNvCxnSpPr/>
          <p:nvPr/>
        </p:nvCxnSpPr>
        <p:spPr>
          <a:xfrm flipH="1" flipV="1">
            <a:off x="5656386" y="2721063"/>
            <a:ext cx="81713" cy="9222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E47D999-8D88-BBF1-CDCE-871EAFF7EFB0}"/>
                  </a:ext>
                </a:extLst>
              </p:cNvPr>
              <p:cNvSpPr txBox="1"/>
              <p:nvPr/>
            </p:nvSpPr>
            <p:spPr>
              <a:xfrm>
                <a:off x="1722782" y="2551031"/>
                <a:ext cx="27443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i="1" dirty="0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E47D999-8D88-BBF1-CDCE-871EAFF7E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2782" y="2551031"/>
                <a:ext cx="274434" cy="230832"/>
              </a:xfrm>
              <a:prstGeom prst="rect">
                <a:avLst/>
              </a:prstGeom>
              <a:blipFill>
                <a:blip r:embed="rId17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293F00B-EEF2-C7F4-8805-F7ADEAE51A9F}"/>
                  </a:ext>
                </a:extLst>
              </p:cNvPr>
              <p:cNvSpPr txBox="1"/>
              <p:nvPr/>
            </p:nvSpPr>
            <p:spPr>
              <a:xfrm>
                <a:off x="2030040" y="2551031"/>
                <a:ext cx="27443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293F00B-EEF2-C7F4-8805-F7ADEAE51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040" y="2551031"/>
                <a:ext cx="274434" cy="230832"/>
              </a:xfrm>
              <a:prstGeom prst="rect">
                <a:avLst/>
              </a:prstGeom>
              <a:blipFill>
                <a:blip r:embed="rId1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8DAC37C-952D-1C3A-2589-BDF620BEF2E1}"/>
                  </a:ext>
                </a:extLst>
              </p:cNvPr>
              <p:cNvSpPr txBox="1"/>
              <p:nvPr/>
            </p:nvSpPr>
            <p:spPr>
              <a:xfrm>
                <a:off x="6824353" y="3327070"/>
                <a:ext cx="27443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i="1" dirty="0" smtClean="0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8DAC37C-952D-1C3A-2589-BDF620BEF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4353" y="3327070"/>
                <a:ext cx="274434" cy="230832"/>
              </a:xfrm>
              <a:prstGeom prst="rect">
                <a:avLst/>
              </a:prstGeom>
              <a:blipFill>
                <a:blip r:embed="rId1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8A00531-1428-3A06-7A8C-C33D6F860E99}"/>
                  </a:ext>
                </a:extLst>
              </p:cNvPr>
              <p:cNvSpPr txBox="1"/>
              <p:nvPr/>
            </p:nvSpPr>
            <p:spPr>
              <a:xfrm>
                <a:off x="2274500" y="2551031"/>
                <a:ext cx="27443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dirty="0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8A00531-1428-3A06-7A8C-C33D6F860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4500" y="2551031"/>
                <a:ext cx="274434" cy="230832"/>
              </a:xfrm>
              <a:prstGeom prst="rect">
                <a:avLst/>
              </a:prstGeom>
              <a:blipFill>
                <a:blip r:embed="rId20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D23F9A-E888-D249-409F-7CC8E0EE6FD3}"/>
                  </a:ext>
                </a:extLst>
              </p:cNvPr>
              <p:cNvSpPr txBox="1"/>
              <p:nvPr/>
            </p:nvSpPr>
            <p:spPr>
              <a:xfrm>
                <a:off x="6976753" y="3479470"/>
                <a:ext cx="27443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D23F9A-E888-D249-409F-7CC8E0EE6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753" y="3479470"/>
                <a:ext cx="274434" cy="230832"/>
              </a:xfrm>
              <a:prstGeom prst="rect">
                <a:avLst/>
              </a:prstGeom>
              <a:blipFill>
                <a:blip r:embed="rId21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65BFA12-5EAB-A50E-17E2-B7FA5DEAF8DF}"/>
                  </a:ext>
                </a:extLst>
              </p:cNvPr>
              <p:cNvSpPr txBox="1"/>
              <p:nvPr/>
            </p:nvSpPr>
            <p:spPr>
              <a:xfrm>
                <a:off x="7129153" y="3631870"/>
                <a:ext cx="27443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dirty="0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sz="900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65BFA12-5EAB-A50E-17E2-B7FA5DEAF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153" y="3631870"/>
                <a:ext cx="274434" cy="2308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17BE239-5087-D8FC-88BE-0FD4190BFECA}"/>
                  </a:ext>
                </a:extLst>
              </p:cNvPr>
              <p:cNvSpPr txBox="1"/>
              <p:nvPr/>
            </p:nvSpPr>
            <p:spPr>
              <a:xfrm>
                <a:off x="7281553" y="3784270"/>
                <a:ext cx="27443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dirty="0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sz="900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217BE239-5087-D8FC-88BE-0FD4190BF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553" y="3784270"/>
                <a:ext cx="274434" cy="2308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907DFC0-CEB5-7D56-FF9D-CFF900CA163B}"/>
                  </a:ext>
                </a:extLst>
              </p:cNvPr>
              <p:cNvSpPr txBox="1"/>
              <p:nvPr/>
            </p:nvSpPr>
            <p:spPr>
              <a:xfrm>
                <a:off x="2440879" y="2551031"/>
                <a:ext cx="27443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900" b="0" i="1" dirty="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907DFC0-CEB5-7D56-FF9D-CFF900CA1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0879" y="2551031"/>
                <a:ext cx="274434" cy="230832"/>
              </a:xfrm>
              <a:prstGeom prst="rect">
                <a:avLst/>
              </a:prstGeom>
              <a:blipFill>
                <a:blip r:embed="rId2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 52">
            <a:extLst>
              <a:ext uri="{FF2B5EF4-FFF2-40B4-BE49-F238E27FC236}">
                <a16:creationId xmlns:a16="http://schemas.microsoft.com/office/drawing/2014/main" id="{4EE6D2AC-4B2C-3F98-A6F2-BEC2DA20C92E}"/>
              </a:ext>
            </a:extLst>
          </p:cNvPr>
          <p:cNvSpPr/>
          <p:nvPr/>
        </p:nvSpPr>
        <p:spPr>
          <a:xfrm>
            <a:off x="1771229" y="2556940"/>
            <a:ext cx="187817" cy="172192"/>
          </a:xfrm>
          <a:prstGeom prst="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FA8D005-D013-E21A-E190-F8A3FB471809}"/>
              </a:ext>
            </a:extLst>
          </p:cNvPr>
          <p:cNvSpPr/>
          <p:nvPr/>
        </p:nvSpPr>
        <p:spPr>
          <a:xfrm>
            <a:off x="2374848" y="2337460"/>
            <a:ext cx="187817" cy="172192"/>
          </a:xfrm>
          <a:prstGeom prst="rect">
            <a:avLst/>
          </a:prstGeom>
          <a:solidFill>
            <a:schemeClr val="accent1">
              <a:alpha val="1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256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</TotalTime>
  <Words>23</Words>
  <Application>Microsoft Macintosh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Dimitar Gueorguiev</dc:creator>
  <cp:lastModifiedBy>Dimitar Gueorguiev</cp:lastModifiedBy>
  <cp:revision>4</cp:revision>
  <dcterms:created xsi:type="dcterms:W3CDTF">2026-02-09T03:09:22Z</dcterms:created>
  <dcterms:modified xsi:type="dcterms:W3CDTF">2026-02-20T21:06:14Z</dcterms:modified>
</cp:coreProperties>
</file>