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5"/>
    <p:restoredTop sz="94724"/>
  </p:normalViewPr>
  <p:slideViewPr>
    <p:cSldViewPr snapToGrid="0">
      <p:cViewPr>
        <p:scale>
          <a:sx n="181" d="100"/>
          <a:sy n="181" d="100"/>
        </p:scale>
        <p:origin x="-5336" y="-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45E1-E3A8-57C8-27E3-F465AE1DA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7B45-3B48-6505-5599-BFA88BF05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952C7-283D-1891-0B72-92D5EE3F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32956-48B3-7276-A279-47B40FC6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145BE-7536-1ED7-D488-34EA5FE3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6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148D-EF51-650D-F2ED-F246B4BF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AFEE-FB6E-20CF-5DAD-304EC8EFD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3C70-99C3-F0AF-010F-0AF82971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8A58-9309-8CBD-CD25-77181B45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FBF4-9EB8-1C02-9AC5-525B0438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BD19-672E-9657-CF5A-EF013101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2D703-10E3-A24E-4A1C-568009179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A5A2D-64F5-CD6E-90FD-0B7F9BEB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78A9C-BC84-6245-DF8C-8DE4E89E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B1812-A57D-26A9-3C5B-817D6BCC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0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C8C3-97AC-E3C0-F1A1-7B644520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A8049-75B5-355E-8734-3A02AF053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2B848-655C-BB42-06C1-E8FC52477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93A18-9225-833B-6E62-29A36675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64AC-E024-AA48-73A3-9283AF2E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971FD-9425-4D25-D3E3-8C53E916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9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494E-31E2-E484-C230-1163F92B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92450-47C3-AFBF-3F8F-E7138D075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6CB38-81E5-DDF6-7F4C-6763DD907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9E9F8-6199-A599-D29F-3666DFCC1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00850-13FC-3C79-1F82-62211E4E3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E67B6-159E-9934-F024-D2818E27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7A710-8AE3-EF19-1BAF-7FB4CEF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AD1AC-10A5-3B6C-44DB-A647B775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B82-0271-AB7F-3427-65378114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D2898-44AE-6C64-3C7A-AC85F6C5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5AE63-006F-0BE5-6B3C-66CF5F7A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46C93-F290-EDEE-272C-89A0A3BC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33898-CD14-24F9-F14D-F3D82341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647F9-1FD5-D307-9F72-F6FDA1E4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DE437-7B5E-1306-753B-FF9479FA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2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42DF-18E7-DBD4-D74B-3471EC3D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CB76-4BC5-F354-A88B-85170066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67D19-A5E5-1F6A-5A05-18A59C08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B94A0-A31D-9397-789C-A68E0F45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E2F6B-C0A5-CA23-9B39-3475007D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A9633-27C6-CF6A-303A-08F22293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8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E321-376F-5C20-7536-0AE4BF35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F771A-34C6-7E1E-89F7-A7225CEB9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25E08-1A26-C963-F767-07D925F1A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91ACA-DCF2-2197-B5C9-6BB21D62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3B64B-E4FB-8202-CFFD-8D0DA128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C9FC8-50C1-3BD8-4D09-343CC35A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CAE0-8F9D-7518-E010-8695A8AE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94EBB-EE7B-D334-3C44-E852700D5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DD84F-D1E4-226F-8AC9-11D3A62D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0C2EF-4002-0526-2CCA-A9C6D380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304FE-66EE-2BBD-5381-835D7A7F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1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D0794-9705-21C3-A3FC-6BC021F11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65592-00C7-D0C0-3E12-2F2C351A0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8837-66DD-1F5E-A6A1-154A887D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067E-913B-5A80-019C-568CAFD7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E32A-BD5D-4783-8116-426971EE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6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8F103-8E42-FA70-AB23-BD8E2EBD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610AF-EB12-F96B-E2EA-9066CA2EC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C19C3-73EE-C063-DBCA-E8EB5594A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F814-91AB-C64C-96E7-0F4B2AB7A60F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255A3-44BA-9CC5-1B5F-CB40B0EDB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1D78B-B27F-D804-CB86-E84848B82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D96BE-BACD-8D4B-8D76-8AB6B9D7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2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45423020-987A-4AF7-A252-790EB317AF8B}"/>
              </a:ext>
            </a:extLst>
          </p:cNvPr>
          <p:cNvGrpSpPr/>
          <p:nvPr/>
        </p:nvGrpSpPr>
        <p:grpSpPr>
          <a:xfrm>
            <a:off x="379161" y="580220"/>
            <a:ext cx="5415546" cy="3755858"/>
            <a:chOff x="2071650" y="1988293"/>
            <a:chExt cx="5415546" cy="375585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C1DA790-15E1-BFCD-AE3B-D696A15A008F}"/>
                </a:ext>
              </a:extLst>
            </p:cNvPr>
            <p:cNvGrpSpPr/>
            <p:nvPr/>
          </p:nvGrpSpPr>
          <p:grpSpPr>
            <a:xfrm>
              <a:off x="2347812" y="2469446"/>
              <a:ext cx="782067" cy="789167"/>
              <a:chOff x="2347812" y="2469446"/>
              <a:chExt cx="782067" cy="789167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6BA4D83C-4B2A-8A01-CDE2-62E0297F6BCD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EA91E2D-B654-0BC6-DEAD-F989823BF68B}"/>
                  </a:ext>
                </a:extLst>
              </p:cNvPr>
              <p:cNvSpPr txBox="1"/>
              <p:nvPr/>
            </p:nvSpPr>
            <p:spPr>
              <a:xfrm>
                <a:off x="2373201" y="2740920"/>
                <a:ext cx="73129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Facebook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B35DD9B-38E5-6838-0A69-A09022587BF8}"/>
                </a:ext>
              </a:extLst>
            </p:cNvPr>
            <p:cNvGrpSpPr/>
            <p:nvPr/>
          </p:nvGrpSpPr>
          <p:grpSpPr>
            <a:xfrm>
              <a:off x="2347811" y="3652863"/>
              <a:ext cx="782067" cy="789167"/>
              <a:chOff x="2347812" y="2469446"/>
              <a:chExt cx="782067" cy="789167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C558D4D-316C-9B36-3BBE-D0AFEDD89EEF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AF39677-DD74-DDEE-860F-40684BD83E4D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1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BAE700F-026E-D341-8C88-A53445857888}"/>
                </a:ext>
              </a:extLst>
            </p:cNvPr>
            <p:cNvGrpSpPr/>
            <p:nvPr/>
          </p:nvGrpSpPr>
          <p:grpSpPr>
            <a:xfrm>
              <a:off x="3800251" y="3652863"/>
              <a:ext cx="782067" cy="789167"/>
              <a:chOff x="2347812" y="2469446"/>
              <a:chExt cx="782067" cy="789167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C739076-D513-F4CA-B462-28329A38898C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0FEE9F8-4FF1-F541-B83B-C6006E05067A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2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06F9D32-4F80-1ABE-D6BC-1572437581F3}"/>
                </a:ext>
              </a:extLst>
            </p:cNvPr>
            <p:cNvGrpSpPr/>
            <p:nvPr/>
          </p:nvGrpSpPr>
          <p:grpSpPr>
            <a:xfrm>
              <a:off x="5252690" y="3652863"/>
              <a:ext cx="782067" cy="789167"/>
              <a:chOff x="2347812" y="2469446"/>
              <a:chExt cx="782067" cy="789167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DCB8FB89-2F4A-351E-C62A-D3ED2E2BB0FD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97164A3-251F-0E62-67EC-05CF7D4E9932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3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82213E-8D89-9E00-E85B-2AB5392BFA1C}"/>
                </a:ext>
              </a:extLst>
            </p:cNvPr>
            <p:cNvSpPr/>
            <p:nvPr/>
          </p:nvSpPr>
          <p:spPr>
            <a:xfrm>
              <a:off x="3838255" y="2469446"/>
              <a:ext cx="706057" cy="6704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2E1B4D5-C17E-2072-8588-F79C9919E196}"/>
                </a:ext>
              </a:extLst>
            </p:cNvPr>
            <p:cNvSpPr txBox="1"/>
            <p:nvPr/>
          </p:nvSpPr>
          <p:spPr>
            <a:xfrm>
              <a:off x="3942657" y="268156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Sleep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78CBFA9-4DBD-C62A-FC59-6C3B06AFA58F}"/>
                </a:ext>
              </a:extLst>
            </p:cNvPr>
            <p:cNvGrpSpPr/>
            <p:nvPr/>
          </p:nvGrpSpPr>
          <p:grpSpPr>
            <a:xfrm>
              <a:off x="6705129" y="3652863"/>
              <a:ext cx="782067" cy="789167"/>
              <a:chOff x="2347812" y="2469446"/>
              <a:chExt cx="782067" cy="789167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13992A2-FD35-71D8-3637-9639780D451A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2ABB632-4496-F327-EFF5-9ADFD23D7D28}"/>
                  </a:ext>
                </a:extLst>
              </p:cNvPr>
              <p:cNvSpPr txBox="1"/>
              <p:nvPr/>
            </p:nvSpPr>
            <p:spPr>
              <a:xfrm>
                <a:off x="2512661" y="2737309"/>
                <a:ext cx="45236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Pass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36EADE0-B99F-3989-0B0B-49AA248A33DB}"/>
                </a:ext>
              </a:extLst>
            </p:cNvPr>
            <p:cNvGrpSpPr/>
            <p:nvPr/>
          </p:nvGrpSpPr>
          <p:grpSpPr>
            <a:xfrm>
              <a:off x="3800251" y="4954984"/>
              <a:ext cx="782067" cy="789167"/>
              <a:chOff x="2347812" y="2469446"/>
              <a:chExt cx="782067" cy="789167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49978BF-E481-DFAA-CCF2-595B3F5D4F48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6F33D5A-DA54-CB65-5EB6-EEAA63E6E8CA}"/>
                  </a:ext>
                </a:extLst>
              </p:cNvPr>
              <p:cNvSpPr txBox="1"/>
              <p:nvPr/>
            </p:nvSpPr>
            <p:spPr>
              <a:xfrm>
                <a:off x="2537508" y="2740918"/>
                <a:ext cx="40267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Pub</a:t>
                </a:r>
              </a:p>
            </p:txBody>
          </p:sp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70524F8-9CDB-FAE4-B006-072901B4E13D}"/>
                </a:ext>
              </a:extLst>
            </p:cNvPr>
            <p:cNvCxnSpPr>
              <a:stCxn id="100" idx="0"/>
              <a:endCxn id="102" idx="4"/>
            </p:cNvCxnSpPr>
            <p:nvPr/>
          </p:nvCxnSpPr>
          <p:spPr>
            <a:xfrm flipV="1">
              <a:off x="2738845" y="3258613"/>
              <a:ext cx="1" cy="3942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A4EB97F-1220-29D2-EC15-D566A12546F8}"/>
                </a:ext>
              </a:extLst>
            </p:cNvPr>
            <p:cNvSpPr/>
            <p:nvPr/>
          </p:nvSpPr>
          <p:spPr>
            <a:xfrm>
              <a:off x="2289379" y="3139126"/>
              <a:ext cx="246431" cy="570321"/>
            </a:xfrm>
            <a:custGeom>
              <a:avLst/>
              <a:gdLst>
                <a:gd name="connsiteX0" fmla="*/ 166303 w 246431"/>
                <a:gd name="connsiteY0" fmla="*/ 0 h 570321"/>
                <a:gd name="connsiteX1" fmla="*/ 1334 w 246431"/>
                <a:gd name="connsiteY1" fmla="*/ 268664 h 570321"/>
                <a:gd name="connsiteX2" fmla="*/ 246431 w 246431"/>
                <a:gd name="connsiteY2" fmla="*/ 570321 h 570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431" h="570321">
                  <a:moveTo>
                    <a:pt x="166303" y="0"/>
                  </a:moveTo>
                  <a:cubicBezTo>
                    <a:pt x="77141" y="86805"/>
                    <a:pt x="-12021" y="173610"/>
                    <a:pt x="1334" y="268664"/>
                  </a:cubicBezTo>
                  <a:cubicBezTo>
                    <a:pt x="14689" y="363718"/>
                    <a:pt x="130560" y="467019"/>
                    <a:pt x="246431" y="570321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05C0046-0947-E06D-13AC-10EA518ED80A}"/>
                </a:ext>
              </a:extLst>
            </p:cNvPr>
            <p:cNvSpPr/>
            <p:nvPr/>
          </p:nvSpPr>
          <p:spPr>
            <a:xfrm>
              <a:off x="2521323" y="1988293"/>
              <a:ext cx="580184" cy="514523"/>
            </a:xfrm>
            <a:custGeom>
              <a:avLst/>
              <a:gdLst>
                <a:gd name="connsiteX0" fmla="*/ 400986 w 580184"/>
                <a:gd name="connsiteY0" fmla="*/ 514523 h 514523"/>
                <a:gd name="connsiteX1" fmla="*/ 547102 w 580184"/>
                <a:gd name="connsiteY1" fmla="*/ 387262 h 514523"/>
                <a:gd name="connsiteX2" fmla="*/ 580096 w 580184"/>
                <a:gd name="connsiteY2" fmla="*/ 278853 h 514523"/>
                <a:gd name="connsiteX3" fmla="*/ 542388 w 580184"/>
                <a:gd name="connsiteY3" fmla="*/ 109171 h 514523"/>
                <a:gd name="connsiteX4" fmla="*/ 377419 w 580184"/>
                <a:gd name="connsiteY4" fmla="*/ 10189 h 514523"/>
                <a:gd name="connsiteX5" fmla="*/ 193597 w 580184"/>
                <a:gd name="connsiteY5" fmla="*/ 14903 h 514523"/>
                <a:gd name="connsiteX6" fmla="*/ 47481 w 580184"/>
                <a:gd name="connsiteY6" fmla="*/ 113884 h 514523"/>
                <a:gd name="connsiteX7" fmla="*/ 347 w 580184"/>
                <a:gd name="connsiteY7" fmla="*/ 260000 h 514523"/>
                <a:gd name="connsiteX8" fmla="*/ 28628 w 580184"/>
                <a:gd name="connsiteY8" fmla="*/ 373121 h 514523"/>
                <a:gd name="connsiteX9" fmla="*/ 75762 w 580184"/>
                <a:gd name="connsiteY9" fmla="*/ 429682 h 514523"/>
                <a:gd name="connsiteX10" fmla="*/ 127609 w 580184"/>
                <a:gd name="connsiteY10" fmla="*/ 495670 h 51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0184" h="514523">
                  <a:moveTo>
                    <a:pt x="400986" y="514523"/>
                  </a:moveTo>
                  <a:cubicBezTo>
                    <a:pt x="459118" y="470531"/>
                    <a:pt x="517250" y="426540"/>
                    <a:pt x="547102" y="387262"/>
                  </a:cubicBezTo>
                  <a:cubicBezTo>
                    <a:pt x="576954" y="347984"/>
                    <a:pt x="580882" y="325201"/>
                    <a:pt x="580096" y="278853"/>
                  </a:cubicBezTo>
                  <a:cubicBezTo>
                    <a:pt x="579310" y="232505"/>
                    <a:pt x="576168" y="153948"/>
                    <a:pt x="542388" y="109171"/>
                  </a:cubicBezTo>
                  <a:cubicBezTo>
                    <a:pt x="508609" y="64394"/>
                    <a:pt x="435551" y="25900"/>
                    <a:pt x="377419" y="10189"/>
                  </a:cubicBezTo>
                  <a:cubicBezTo>
                    <a:pt x="319287" y="-5522"/>
                    <a:pt x="248587" y="-2379"/>
                    <a:pt x="193597" y="14903"/>
                  </a:cubicBezTo>
                  <a:cubicBezTo>
                    <a:pt x="138607" y="32185"/>
                    <a:pt x="79689" y="73034"/>
                    <a:pt x="47481" y="113884"/>
                  </a:cubicBezTo>
                  <a:cubicBezTo>
                    <a:pt x="15273" y="154733"/>
                    <a:pt x="3489" y="216794"/>
                    <a:pt x="347" y="260000"/>
                  </a:cubicBezTo>
                  <a:cubicBezTo>
                    <a:pt x="-2795" y="303206"/>
                    <a:pt x="16059" y="344841"/>
                    <a:pt x="28628" y="373121"/>
                  </a:cubicBezTo>
                  <a:cubicBezTo>
                    <a:pt x="41197" y="401401"/>
                    <a:pt x="59265" y="409257"/>
                    <a:pt x="75762" y="429682"/>
                  </a:cubicBezTo>
                  <a:cubicBezTo>
                    <a:pt x="92259" y="450107"/>
                    <a:pt x="109934" y="472888"/>
                    <a:pt x="127609" y="49567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D46134D0-1202-3249-994C-6F3421AC840D}"/>
                </a:ext>
              </a:extLst>
            </p:cNvPr>
            <p:cNvCxnSpPr>
              <a:stCxn id="100" idx="6"/>
              <a:endCxn id="98" idx="2"/>
            </p:cNvCxnSpPr>
            <p:nvPr/>
          </p:nvCxnSpPr>
          <p:spPr>
            <a:xfrm>
              <a:off x="3129878" y="4047447"/>
              <a:ext cx="6703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26B3D56-8FE1-BB21-2E00-D5EE3928C363}"/>
                </a:ext>
              </a:extLst>
            </p:cNvPr>
            <p:cNvCxnSpPr>
              <a:stCxn id="98" idx="0"/>
              <a:endCxn id="64" idx="2"/>
            </p:cNvCxnSpPr>
            <p:nvPr/>
          </p:nvCxnSpPr>
          <p:spPr>
            <a:xfrm flipH="1" flipV="1">
              <a:off x="4191284" y="3139909"/>
              <a:ext cx="1" cy="5129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C707CDD1-7A46-5502-B890-9183E5A50054}"/>
                </a:ext>
              </a:extLst>
            </p:cNvPr>
            <p:cNvCxnSpPr>
              <a:stCxn id="98" idx="6"/>
              <a:endCxn id="96" idx="2"/>
            </p:cNvCxnSpPr>
            <p:nvPr/>
          </p:nvCxnSpPr>
          <p:spPr>
            <a:xfrm>
              <a:off x="4582318" y="4047447"/>
              <a:ext cx="670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B9E47348-5C01-8386-2E95-17CEC1AE8614}"/>
                </a:ext>
              </a:extLst>
            </p:cNvPr>
            <p:cNvCxnSpPr>
              <a:stCxn id="96" idx="6"/>
              <a:endCxn id="94" idx="2"/>
            </p:cNvCxnSpPr>
            <p:nvPr/>
          </p:nvCxnSpPr>
          <p:spPr>
            <a:xfrm>
              <a:off x="6034757" y="4047447"/>
              <a:ext cx="670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D233D14-B843-F053-FFB9-7FD8094674BB}"/>
                </a:ext>
              </a:extLst>
            </p:cNvPr>
            <p:cNvSpPr/>
            <p:nvPr/>
          </p:nvSpPr>
          <p:spPr>
            <a:xfrm>
              <a:off x="4539006" y="2766767"/>
              <a:ext cx="2578231" cy="886120"/>
            </a:xfrm>
            <a:custGeom>
              <a:avLst/>
              <a:gdLst>
                <a:gd name="connsiteX0" fmla="*/ 2578231 w 2578231"/>
                <a:gd name="connsiteY0" fmla="*/ 886120 h 886120"/>
                <a:gd name="connsiteX1" fmla="*/ 2498103 w 2578231"/>
                <a:gd name="connsiteY1" fmla="*/ 556181 h 886120"/>
                <a:gd name="connsiteX2" fmla="*/ 2403835 w 2578231"/>
                <a:gd name="connsiteY2" fmla="*/ 391212 h 886120"/>
                <a:gd name="connsiteX3" fmla="*/ 2121031 w 2578231"/>
                <a:gd name="connsiteY3" fmla="*/ 249810 h 886120"/>
                <a:gd name="connsiteX4" fmla="*/ 1715679 w 2578231"/>
                <a:gd name="connsiteY4" fmla="*/ 146115 h 886120"/>
                <a:gd name="connsiteX5" fmla="*/ 942681 w 2578231"/>
                <a:gd name="connsiteY5" fmla="*/ 28280 h 886120"/>
                <a:gd name="connsiteX6" fmla="*/ 631596 w 2578231"/>
                <a:gd name="connsiteY6" fmla="*/ 4713 h 886120"/>
                <a:gd name="connsiteX7" fmla="*/ 292231 w 2578231"/>
                <a:gd name="connsiteY7" fmla="*/ 0 h 886120"/>
                <a:gd name="connsiteX8" fmla="*/ 70701 w 2578231"/>
                <a:gd name="connsiteY8" fmla="*/ 0 h 886120"/>
                <a:gd name="connsiteX9" fmla="*/ 0 w 2578231"/>
                <a:gd name="connsiteY9" fmla="*/ 0 h 88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78231" h="886120">
                  <a:moveTo>
                    <a:pt x="2578231" y="886120"/>
                  </a:moveTo>
                  <a:cubicBezTo>
                    <a:pt x="2552700" y="762392"/>
                    <a:pt x="2527169" y="638665"/>
                    <a:pt x="2498103" y="556181"/>
                  </a:cubicBezTo>
                  <a:cubicBezTo>
                    <a:pt x="2469037" y="473697"/>
                    <a:pt x="2466680" y="442274"/>
                    <a:pt x="2403835" y="391212"/>
                  </a:cubicBezTo>
                  <a:cubicBezTo>
                    <a:pt x="2340990" y="340150"/>
                    <a:pt x="2235724" y="290659"/>
                    <a:pt x="2121031" y="249810"/>
                  </a:cubicBezTo>
                  <a:cubicBezTo>
                    <a:pt x="2006338" y="208961"/>
                    <a:pt x="1912071" y="183037"/>
                    <a:pt x="1715679" y="146115"/>
                  </a:cubicBezTo>
                  <a:cubicBezTo>
                    <a:pt x="1519287" y="109193"/>
                    <a:pt x="1123362" y="51847"/>
                    <a:pt x="942681" y="28280"/>
                  </a:cubicBezTo>
                  <a:cubicBezTo>
                    <a:pt x="762000" y="4713"/>
                    <a:pt x="740004" y="9426"/>
                    <a:pt x="631596" y="4713"/>
                  </a:cubicBezTo>
                  <a:cubicBezTo>
                    <a:pt x="523188" y="0"/>
                    <a:pt x="292231" y="0"/>
                    <a:pt x="292231" y="0"/>
                  </a:cubicBezTo>
                  <a:lnTo>
                    <a:pt x="70701" y="0"/>
                  </a:lnTo>
                  <a:lnTo>
                    <a:pt x="0" y="0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EC00E85-ED15-FF66-00BB-60E7092CE245}"/>
                </a:ext>
              </a:extLst>
            </p:cNvPr>
            <p:cNvCxnSpPr>
              <a:stCxn id="92" idx="0"/>
              <a:endCxn id="98" idx="4"/>
            </p:cNvCxnSpPr>
            <p:nvPr/>
          </p:nvCxnSpPr>
          <p:spPr>
            <a:xfrm flipV="1">
              <a:off x="4191285" y="4442030"/>
              <a:ext cx="0" cy="5129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23A8F6C-8847-AA35-5035-6C5EA575F00B}"/>
                </a:ext>
              </a:extLst>
            </p:cNvPr>
            <p:cNvCxnSpPr>
              <a:stCxn id="96" idx="3"/>
              <a:endCxn id="92" idx="7"/>
            </p:cNvCxnSpPr>
            <p:nvPr/>
          </p:nvCxnSpPr>
          <p:spPr>
            <a:xfrm flipH="1">
              <a:off x="4467787" y="4326459"/>
              <a:ext cx="899434" cy="7440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20D8C725-9DB7-C012-A2AC-DFBA8AFC239D}"/>
                </a:ext>
              </a:extLst>
            </p:cNvPr>
            <p:cNvSpPr/>
            <p:nvPr/>
          </p:nvSpPr>
          <p:spPr>
            <a:xfrm>
              <a:off x="4581427" y="4440025"/>
              <a:ext cx="1113841" cy="939602"/>
            </a:xfrm>
            <a:custGeom>
              <a:avLst/>
              <a:gdLst>
                <a:gd name="connsiteX0" fmla="*/ 0 w 1113841"/>
                <a:gd name="connsiteY0" fmla="*/ 933253 h 939602"/>
                <a:gd name="connsiteX1" fmla="*/ 447773 w 1113841"/>
                <a:gd name="connsiteY1" fmla="*/ 933253 h 939602"/>
                <a:gd name="connsiteX2" fmla="*/ 758858 w 1113841"/>
                <a:gd name="connsiteY2" fmla="*/ 867266 h 939602"/>
                <a:gd name="connsiteX3" fmla="*/ 1055802 w 1113841"/>
                <a:gd name="connsiteY3" fmla="*/ 513761 h 939602"/>
                <a:gd name="connsiteX4" fmla="*/ 1107649 w 1113841"/>
                <a:gd name="connsiteY4" fmla="*/ 240383 h 939602"/>
                <a:gd name="connsiteX5" fmla="*/ 1112363 w 1113841"/>
                <a:gd name="connsiteY5" fmla="*/ 94268 h 939602"/>
                <a:gd name="connsiteX6" fmla="*/ 1102936 w 1113841"/>
                <a:gd name="connsiteY6" fmla="*/ 0 h 939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841" h="939602">
                  <a:moveTo>
                    <a:pt x="0" y="933253"/>
                  </a:moveTo>
                  <a:cubicBezTo>
                    <a:pt x="160648" y="938752"/>
                    <a:pt x="321297" y="944251"/>
                    <a:pt x="447773" y="933253"/>
                  </a:cubicBezTo>
                  <a:cubicBezTo>
                    <a:pt x="574249" y="922255"/>
                    <a:pt x="657520" y="937181"/>
                    <a:pt x="758858" y="867266"/>
                  </a:cubicBezTo>
                  <a:cubicBezTo>
                    <a:pt x="860196" y="797351"/>
                    <a:pt x="997670" y="618242"/>
                    <a:pt x="1055802" y="513761"/>
                  </a:cubicBezTo>
                  <a:cubicBezTo>
                    <a:pt x="1113934" y="409280"/>
                    <a:pt x="1098222" y="310298"/>
                    <a:pt x="1107649" y="240383"/>
                  </a:cubicBezTo>
                  <a:cubicBezTo>
                    <a:pt x="1117076" y="170468"/>
                    <a:pt x="1113148" y="134332"/>
                    <a:pt x="1112363" y="94268"/>
                  </a:cubicBezTo>
                  <a:cubicBezTo>
                    <a:pt x="1111578" y="54204"/>
                    <a:pt x="1107257" y="27102"/>
                    <a:pt x="1102936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443865B-6509-630A-A00E-5151199D4751}"/>
                </a:ext>
              </a:extLst>
            </p:cNvPr>
            <p:cNvSpPr/>
            <p:nvPr/>
          </p:nvSpPr>
          <p:spPr>
            <a:xfrm>
              <a:off x="2799270" y="4421171"/>
              <a:ext cx="1004445" cy="892912"/>
            </a:xfrm>
            <a:custGeom>
              <a:avLst/>
              <a:gdLst>
                <a:gd name="connsiteX0" fmla="*/ 1004445 w 1004445"/>
                <a:gd name="connsiteY0" fmla="*/ 886120 h 892912"/>
                <a:gd name="connsiteX1" fmla="*/ 825336 w 1004445"/>
                <a:gd name="connsiteY1" fmla="*/ 876693 h 892912"/>
                <a:gd name="connsiteX2" fmla="*/ 490685 w 1004445"/>
                <a:gd name="connsiteY2" fmla="*/ 744718 h 892912"/>
                <a:gd name="connsiteX3" fmla="*/ 283295 w 1004445"/>
                <a:gd name="connsiteY3" fmla="*/ 523188 h 892912"/>
                <a:gd name="connsiteX4" fmla="*/ 156033 w 1004445"/>
                <a:gd name="connsiteY4" fmla="*/ 315798 h 892912"/>
                <a:gd name="connsiteX5" fmla="*/ 24058 w 1004445"/>
                <a:gd name="connsiteY5" fmla="*/ 65988 h 892912"/>
                <a:gd name="connsiteX6" fmla="*/ 491 w 1004445"/>
                <a:gd name="connsiteY6" fmla="*/ 0 h 892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445" h="892912">
                  <a:moveTo>
                    <a:pt x="1004445" y="886120"/>
                  </a:moveTo>
                  <a:cubicBezTo>
                    <a:pt x="957704" y="893190"/>
                    <a:pt x="910963" y="900260"/>
                    <a:pt x="825336" y="876693"/>
                  </a:cubicBezTo>
                  <a:cubicBezTo>
                    <a:pt x="739709" y="853126"/>
                    <a:pt x="581025" y="803635"/>
                    <a:pt x="490685" y="744718"/>
                  </a:cubicBezTo>
                  <a:cubicBezTo>
                    <a:pt x="400345" y="685801"/>
                    <a:pt x="339070" y="594675"/>
                    <a:pt x="283295" y="523188"/>
                  </a:cubicBezTo>
                  <a:cubicBezTo>
                    <a:pt x="227520" y="451701"/>
                    <a:pt x="199239" y="391998"/>
                    <a:pt x="156033" y="315798"/>
                  </a:cubicBezTo>
                  <a:cubicBezTo>
                    <a:pt x="112827" y="239598"/>
                    <a:pt x="49982" y="118621"/>
                    <a:pt x="24058" y="65988"/>
                  </a:cubicBezTo>
                  <a:cubicBezTo>
                    <a:pt x="-1866" y="13355"/>
                    <a:pt x="-688" y="6677"/>
                    <a:pt x="491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B4B73E0-3AF4-87A2-9C5B-D48385ED2EA3}"/>
                    </a:ext>
                  </a:extLst>
                </p:cNvPr>
                <p:cNvSpPr txBox="1"/>
                <p:nvPr/>
              </p:nvSpPr>
              <p:spPr>
                <a:xfrm>
                  <a:off x="2999799" y="2387255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0.9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B4B73E0-3AF4-87A2-9C5B-D48385ED2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799" y="2387255"/>
                  <a:ext cx="377026" cy="2462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E6BDEC4-6C7C-E0AF-57B0-9E0B851EE85B}"/>
                    </a:ext>
                  </a:extLst>
                </p:cNvPr>
                <p:cNvSpPr txBox="1"/>
                <p:nvPr/>
              </p:nvSpPr>
              <p:spPr>
                <a:xfrm>
                  <a:off x="2071650" y="3025017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E6BDEC4-6C7C-E0AF-57B0-9E0B851EE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650" y="3025017"/>
                  <a:ext cx="377026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74F6670-9228-08D8-6664-C3DE99B2A9D6}"/>
                    </a:ext>
                  </a:extLst>
                </p:cNvPr>
                <p:cNvSpPr txBox="1"/>
                <p:nvPr/>
              </p:nvSpPr>
              <p:spPr>
                <a:xfrm>
                  <a:off x="2695018" y="3397804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74F6670-9228-08D8-6664-C3DE99B2A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018" y="3397804"/>
                  <a:ext cx="377026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95897B9-5F29-0B35-A727-A317BA72CB70}"/>
                    </a:ext>
                  </a:extLst>
                </p:cNvPr>
                <p:cNvSpPr txBox="1"/>
                <p:nvPr/>
              </p:nvSpPr>
              <p:spPr>
                <a:xfrm>
                  <a:off x="3129878" y="3799029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95897B9-5F29-0B35-A727-A317BA72C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878" y="3799029"/>
                  <a:ext cx="377026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5F2C532-F5E5-2526-2D17-0CB803F4850E}"/>
                    </a:ext>
                  </a:extLst>
                </p:cNvPr>
                <p:cNvSpPr txBox="1"/>
                <p:nvPr/>
              </p:nvSpPr>
              <p:spPr>
                <a:xfrm>
                  <a:off x="3494371" y="5067862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5F2C532-F5E5-2526-2D17-0CB803F48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4371" y="5067862"/>
                  <a:ext cx="377026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030999C-1BEB-716B-6F74-AE4513A6B21C}"/>
                    </a:ext>
                  </a:extLst>
                </p:cNvPr>
                <p:cNvSpPr txBox="1"/>
                <p:nvPr/>
              </p:nvSpPr>
              <p:spPr>
                <a:xfrm>
                  <a:off x="4136719" y="4692368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030999C-1BEB-716B-6F74-AE4513A6B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6719" y="4692368"/>
                  <a:ext cx="377026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10C0A11-8541-8772-7383-C7F6E1F238F8}"/>
                    </a:ext>
                  </a:extLst>
                </p:cNvPr>
                <p:cNvSpPr txBox="1"/>
                <p:nvPr/>
              </p:nvSpPr>
              <p:spPr>
                <a:xfrm>
                  <a:off x="4540478" y="5168850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10C0A11-8541-8772-7383-C7F6E1F23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478" y="5168850"/>
                  <a:ext cx="377026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11489B0-7863-96AF-A055-1136C0AB1E15}"/>
                    </a:ext>
                  </a:extLst>
                </p:cNvPr>
                <p:cNvSpPr txBox="1"/>
                <p:nvPr/>
              </p:nvSpPr>
              <p:spPr>
                <a:xfrm>
                  <a:off x="4969888" y="4190820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11489B0-7863-96AF-A055-1136C0AB1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888" y="4190820"/>
                  <a:ext cx="377026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61D987B-6DDA-40D1-8C1C-36EFA6B925BB}"/>
                    </a:ext>
                  </a:extLst>
                </p:cNvPr>
                <p:cNvSpPr txBox="1"/>
                <p:nvPr/>
              </p:nvSpPr>
              <p:spPr>
                <a:xfrm>
                  <a:off x="5972505" y="3824276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61D987B-6DDA-40D1-8C1C-36EFA6B92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505" y="3824276"/>
                  <a:ext cx="377026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4A49F424-284E-DB76-2235-A001C45E1180}"/>
                    </a:ext>
                  </a:extLst>
                </p:cNvPr>
                <p:cNvSpPr txBox="1"/>
                <p:nvPr/>
              </p:nvSpPr>
              <p:spPr>
                <a:xfrm>
                  <a:off x="7027821" y="3397804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4A49F424-284E-DB76-2235-A001C45E11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7821" y="3397804"/>
                  <a:ext cx="377026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05EC6B4-6627-C119-AD34-F7ECB19DB9D9}"/>
                    </a:ext>
                  </a:extLst>
                </p:cNvPr>
                <p:cNvSpPr txBox="1"/>
                <p:nvPr/>
              </p:nvSpPr>
              <p:spPr>
                <a:xfrm>
                  <a:off x="4532573" y="3814217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05EC6B4-6627-C119-AD34-F7ECB19DB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573" y="3814217"/>
                  <a:ext cx="377026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A483E8E-8726-9262-6F5F-5B99F2B24536}"/>
                    </a:ext>
                  </a:extLst>
                </p:cNvPr>
                <p:cNvSpPr txBox="1"/>
                <p:nvPr/>
              </p:nvSpPr>
              <p:spPr>
                <a:xfrm>
                  <a:off x="4143361" y="3421993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A483E8E-8726-9262-6F5F-5B99F2B24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3361" y="3421993"/>
                  <a:ext cx="377026" cy="2462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AE38278-DF9B-D65E-E194-A4C4F01D43A9}"/>
              </a:ext>
            </a:extLst>
          </p:cNvPr>
          <p:cNvGrpSpPr/>
          <p:nvPr/>
        </p:nvGrpSpPr>
        <p:grpSpPr>
          <a:xfrm>
            <a:off x="6182277" y="2481454"/>
            <a:ext cx="5588160" cy="3839421"/>
            <a:chOff x="6182277" y="2481454"/>
            <a:chExt cx="5588160" cy="38394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2F77CF-85D0-92AB-3355-4E60381056AF}"/>
                </a:ext>
              </a:extLst>
            </p:cNvPr>
            <p:cNvGrpSpPr/>
            <p:nvPr/>
          </p:nvGrpSpPr>
          <p:grpSpPr>
            <a:xfrm>
              <a:off x="6458439" y="2962607"/>
              <a:ext cx="782067" cy="789167"/>
              <a:chOff x="2347812" y="2469446"/>
              <a:chExt cx="782067" cy="78916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94531C-1339-39C7-A9DB-DF51410ECD6C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F0D03-4F9D-2807-001D-827C968DEA02}"/>
                  </a:ext>
                </a:extLst>
              </p:cNvPr>
              <p:cNvSpPr txBox="1"/>
              <p:nvPr/>
            </p:nvSpPr>
            <p:spPr>
              <a:xfrm>
                <a:off x="2373201" y="2740920"/>
                <a:ext cx="73129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Facebook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C4F4A3-33DA-3D8A-F2A6-5D0C57E394C1}"/>
                </a:ext>
              </a:extLst>
            </p:cNvPr>
            <p:cNvGrpSpPr/>
            <p:nvPr/>
          </p:nvGrpSpPr>
          <p:grpSpPr>
            <a:xfrm>
              <a:off x="6458438" y="4146024"/>
              <a:ext cx="782067" cy="789167"/>
              <a:chOff x="2347812" y="2469446"/>
              <a:chExt cx="782067" cy="789167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58832EB-74D3-1269-4917-5B2F1038D884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3D21B-9EB4-F8E7-EEBE-60867B096F91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56E9DBF-08D7-4565-42FE-B5DD4CDBC3B8}"/>
                </a:ext>
              </a:extLst>
            </p:cNvPr>
            <p:cNvGrpSpPr/>
            <p:nvPr/>
          </p:nvGrpSpPr>
          <p:grpSpPr>
            <a:xfrm>
              <a:off x="7910878" y="4146024"/>
              <a:ext cx="782067" cy="789167"/>
              <a:chOff x="2347812" y="2469446"/>
              <a:chExt cx="782067" cy="789167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6323C6-B105-CA2B-0D04-CDF894D25D3E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C7FB6-844C-722F-7548-2AA148BFADFF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2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81D9236-9D06-665A-FB8E-5BAF8EA24D93}"/>
                </a:ext>
              </a:extLst>
            </p:cNvPr>
            <p:cNvGrpSpPr/>
            <p:nvPr/>
          </p:nvGrpSpPr>
          <p:grpSpPr>
            <a:xfrm>
              <a:off x="9363317" y="4146024"/>
              <a:ext cx="782067" cy="789167"/>
              <a:chOff x="2347812" y="2469446"/>
              <a:chExt cx="782067" cy="789167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9CD2684-70A9-3C09-2CF5-A27BC0D800E5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5AFF07-85CC-D4D3-A0DB-C12817328B7E}"/>
                  </a:ext>
                </a:extLst>
              </p:cNvPr>
              <p:cNvSpPr txBox="1"/>
              <p:nvPr/>
            </p:nvSpPr>
            <p:spPr>
              <a:xfrm>
                <a:off x="2472592" y="2740918"/>
                <a:ext cx="5950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 3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A11236-3602-CB4F-BCAB-31D3D0D08CE9}"/>
                </a:ext>
              </a:extLst>
            </p:cNvPr>
            <p:cNvSpPr/>
            <p:nvPr/>
          </p:nvSpPr>
          <p:spPr>
            <a:xfrm>
              <a:off x="7948882" y="2962607"/>
              <a:ext cx="706057" cy="6704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3F8DF6-60F3-A7C4-981C-EFDD2C73376B}"/>
                </a:ext>
              </a:extLst>
            </p:cNvPr>
            <p:cNvSpPr txBox="1"/>
            <p:nvPr/>
          </p:nvSpPr>
          <p:spPr>
            <a:xfrm>
              <a:off x="8053284" y="3174727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Sleep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E28C7DD-E5C9-256E-0F57-B6FF69D0F79B}"/>
                </a:ext>
              </a:extLst>
            </p:cNvPr>
            <p:cNvGrpSpPr/>
            <p:nvPr/>
          </p:nvGrpSpPr>
          <p:grpSpPr>
            <a:xfrm>
              <a:off x="10815756" y="4146024"/>
              <a:ext cx="782067" cy="789167"/>
              <a:chOff x="2347812" y="2469446"/>
              <a:chExt cx="782067" cy="789167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1CC0591-9534-03A0-019C-755B2F44B785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66D4BB-FEFC-DFD1-B602-EB7EEAE97531}"/>
                  </a:ext>
                </a:extLst>
              </p:cNvPr>
              <p:cNvSpPr txBox="1"/>
              <p:nvPr/>
            </p:nvSpPr>
            <p:spPr>
              <a:xfrm>
                <a:off x="2512661" y="2737309"/>
                <a:ext cx="45236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Pass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CE1541C-2714-DF18-4C97-FCF15793A9DD}"/>
                </a:ext>
              </a:extLst>
            </p:cNvPr>
            <p:cNvGrpSpPr/>
            <p:nvPr/>
          </p:nvGrpSpPr>
          <p:grpSpPr>
            <a:xfrm>
              <a:off x="7910878" y="5448145"/>
              <a:ext cx="782067" cy="789167"/>
              <a:chOff x="2347812" y="2469446"/>
              <a:chExt cx="782067" cy="78916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79890B6-5307-BFCC-886C-B0718890FA91}"/>
                  </a:ext>
                </a:extLst>
              </p:cNvPr>
              <p:cNvSpPr/>
              <p:nvPr/>
            </p:nvSpPr>
            <p:spPr>
              <a:xfrm>
                <a:off x="2347812" y="2469446"/>
                <a:ext cx="782067" cy="78916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AADA38-AED7-DDFB-873A-D81D165C803A}"/>
                  </a:ext>
                </a:extLst>
              </p:cNvPr>
              <p:cNvSpPr txBox="1"/>
              <p:nvPr/>
            </p:nvSpPr>
            <p:spPr>
              <a:xfrm>
                <a:off x="2537508" y="2740918"/>
                <a:ext cx="40267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Pub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DAAF532-C95C-F190-7D79-19C9A39CFF2B}"/>
                </a:ext>
              </a:extLst>
            </p:cNvPr>
            <p:cNvCxnSpPr>
              <a:stCxn id="8" idx="0"/>
              <a:endCxn id="4" idx="4"/>
            </p:cNvCxnSpPr>
            <p:nvPr/>
          </p:nvCxnSpPr>
          <p:spPr>
            <a:xfrm flipV="1">
              <a:off x="6849472" y="3751774"/>
              <a:ext cx="1" cy="3942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99AC31C-AD5B-1B4D-B0B1-3BB322BA1612}"/>
                </a:ext>
              </a:extLst>
            </p:cNvPr>
            <p:cNvSpPr/>
            <p:nvPr/>
          </p:nvSpPr>
          <p:spPr>
            <a:xfrm>
              <a:off x="6400006" y="3632287"/>
              <a:ext cx="246431" cy="570321"/>
            </a:xfrm>
            <a:custGeom>
              <a:avLst/>
              <a:gdLst>
                <a:gd name="connsiteX0" fmla="*/ 166303 w 246431"/>
                <a:gd name="connsiteY0" fmla="*/ 0 h 570321"/>
                <a:gd name="connsiteX1" fmla="*/ 1334 w 246431"/>
                <a:gd name="connsiteY1" fmla="*/ 268664 h 570321"/>
                <a:gd name="connsiteX2" fmla="*/ 246431 w 246431"/>
                <a:gd name="connsiteY2" fmla="*/ 570321 h 570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431" h="570321">
                  <a:moveTo>
                    <a:pt x="166303" y="0"/>
                  </a:moveTo>
                  <a:cubicBezTo>
                    <a:pt x="77141" y="86805"/>
                    <a:pt x="-12021" y="173610"/>
                    <a:pt x="1334" y="268664"/>
                  </a:cubicBezTo>
                  <a:cubicBezTo>
                    <a:pt x="14689" y="363718"/>
                    <a:pt x="130560" y="467019"/>
                    <a:pt x="246431" y="570321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6DA89D7-884C-57D4-E1E0-B56FE4C228BE}"/>
                </a:ext>
              </a:extLst>
            </p:cNvPr>
            <p:cNvSpPr/>
            <p:nvPr/>
          </p:nvSpPr>
          <p:spPr>
            <a:xfrm>
              <a:off x="6631950" y="2481454"/>
              <a:ext cx="580184" cy="514523"/>
            </a:xfrm>
            <a:custGeom>
              <a:avLst/>
              <a:gdLst>
                <a:gd name="connsiteX0" fmla="*/ 400986 w 580184"/>
                <a:gd name="connsiteY0" fmla="*/ 514523 h 514523"/>
                <a:gd name="connsiteX1" fmla="*/ 547102 w 580184"/>
                <a:gd name="connsiteY1" fmla="*/ 387262 h 514523"/>
                <a:gd name="connsiteX2" fmla="*/ 580096 w 580184"/>
                <a:gd name="connsiteY2" fmla="*/ 278853 h 514523"/>
                <a:gd name="connsiteX3" fmla="*/ 542388 w 580184"/>
                <a:gd name="connsiteY3" fmla="*/ 109171 h 514523"/>
                <a:gd name="connsiteX4" fmla="*/ 377419 w 580184"/>
                <a:gd name="connsiteY4" fmla="*/ 10189 h 514523"/>
                <a:gd name="connsiteX5" fmla="*/ 193597 w 580184"/>
                <a:gd name="connsiteY5" fmla="*/ 14903 h 514523"/>
                <a:gd name="connsiteX6" fmla="*/ 47481 w 580184"/>
                <a:gd name="connsiteY6" fmla="*/ 113884 h 514523"/>
                <a:gd name="connsiteX7" fmla="*/ 347 w 580184"/>
                <a:gd name="connsiteY7" fmla="*/ 260000 h 514523"/>
                <a:gd name="connsiteX8" fmla="*/ 28628 w 580184"/>
                <a:gd name="connsiteY8" fmla="*/ 373121 h 514523"/>
                <a:gd name="connsiteX9" fmla="*/ 75762 w 580184"/>
                <a:gd name="connsiteY9" fmla="*/ 429682 h 514523"/>
                <a:gd name="connsiteX10" fmla="*/ 127609 w 580184"/>
                <a:gd name="connsiteY10" fmla="*/ 495670 h 51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0184" h="514523">
                  <a:moveTo>
                    <a:pt x="400986" y="514523"/>
                  </a:moveTo>
                  <a:cubicBezTo>
                    <a:pt x="459118" y="470531"/>
                    <a:pt x="517250" y="426540"/>
                    <a:pt x="547102" y="387262"/>
                  </a:cubicBezTo>
                  <a:cubicBezTo>
                    <a:pt x="576954" y="347984"/>
                    <a:pt x="580882" y="325201"/>
                    <a:pt x="580096" y="278853"/>
                  </a:cubicBezTo>
                  <a:cubicBezTo>
                    <a:pt x="579310" y="232505"/>
                    <a:pt x="576168" y="153948"/>
                    <a:pt x="542388" y="109171"/>
                  </a:cubicBezTo>
                  <a:cubicBezTo>
                    <a:pt x="508609" y="64394"/>
                    <a:pt x="435551" y="25900"/>
                    <a:pt x="377419" y="10189"/>
                  </a:cubicBezTo>
                  <a:cubicBezTo>
                    <a:pt x="319287" y="-5522"/>
                    <a:pt x="248587" y="-2379"/>
                    <a:pt x="193597" y="14903"/>
                  </a:cubicBezTo>
                  <a:cubicBezTo>
                    <a:pt x="138607" y="32185"/>
                    <a:pt x="79689" y="73034"/>
                    <a:pt x="47481" y="113884"/>
                  </a:cubicBezTo>
                  <a:cubicBezTo>
                    <a:pt x="15273" y="154733"/>
                    <a:pt x="3489" y="216794"/>
                    <a:pt x="347" y="260000"/>
                  </a:cubicBezTo>
                  <a:cubicBezTo>
                    <a:pt x="-2795" y="303206"/>
                    <a:pt x="16059" y="344841"/>
                    <a:pt x="28628" y="373121"/>
                  </a:cubicBezTo>
                  <a:cubicBezTo>
                    <a:pt x="41197" y="401401"/>
                    <a:pt x="59265" y="409257"/>
                    <a:pt x="75762" y="429682"/>
                  </a:cubicBezTo>
                  <a:cubicBezTo>
                    <a:pt x="92259" y="450107"/>
                    <a:pt x="109934" y="472888"/>
                    <a:pt x="127609" y="49567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3EAA54E-C627-5C10-2DE1-657E5994BB8A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>
              <a:off x="7240505" y="4540608"/>
              <a:ext cx="6703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7E22AE-D371-77CE-9B79-2FD3A00ECBDD}"/>
                </a:ext>
              </a:extLst>
            </p:cNvPr>
            <p:cNvCxnSpPr>
              <a:stCxn id="11" idx="0"/>
              <a:endCxn id="16" idx="2"/>
            </p:cNvCxnSpPr>
            <p:nvPr/>
          </p:nvCxnSpPr>
          <p:spPr>
            <a:xfrm flipH="1" flipV="1">
              <a:off x="8301911" y="3633070"/>
              <a:ext cx="1" cy="5129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594CC7B-8936-5991-1A01-83BC716B5E77}"/>
                </a:ext>
              </a:extLst>
            </p:cNvPr>
            <p:cNvCxnSpPr>
              <a:stCxn id="11" idx="6"/>
              <a:endCxn id="14" idx="2"/>
            </p:cNvCxnSpPr>
            <p:nvPr/>
          </p:nvCxnSpPr>
          <p:spPr>
            <a:xfrm>
              <a:off x="8692945" y="4540608"/>
              <a:ext cx="670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716C145-581B-922B-BCB9-D7D64D01484A}"/>
                </a:ext>
              </a:extLst>
            </p:cNvPr>
            <p:cNvCxnSpPr>
              <a:stCxn id="14" idx="6"/>
              <a:endCxn id="20" idx="2"/>
            </p:cNvCxnSpPr>
            <p:nvPr/>
          </p:nvCxnSpPr>
          <p:spPr>
            <a:xfrm>
              <a:off x="10145384" y="4540608"/>
              <a:ext cx="670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E48349F-B554-A464-57A4-662A21C1690E}"/>
                </a:ext>
              </a:extLst>
            </p:cNvPr>
            <p:cNvSpPr/>
            <p:nvPr/>
          </p:nvSpPr>
          <p:spPr>
            <a:xfrm>
              <a:off x="8649633" y="3259928"/>
              <a:ext cx="2578231" cy="886120"/>
            </a:xfrm>
            <a:custGeom>
              <a:avLst/>
              <a:gdLst>
                <a:gd name="connsiteX0" fmla="*/ 2578231 w 2578231"/>
                <a:gd name="connsiteY0" fmla="*/ 886120 h 886120"/>
                <a:gd name="connsiteX1" fmla="*/ 2498103 w 2578231"/>
                <a:gd name="connsiteY1" fmla="*/ 556181 h 886120"/>
                <a:gd name="connsiteX2" fmla="*/ 2403835 w 2578231"/>
                <a:gd name="connsiteY2" fmla="*/ 391212 h 886120"/>
                <a:gd name="connsiteX3" fmla="*/ 2121031 w 2578231"/>
                <a:gd name="connsiteY3" fmla="*/ 249810 h 886120"/>
                <a:gd name="connsiteX4" fmla="*/ 1715679 w 2578231"/>
                <a:gd name="connsiteY4" fmla="*/ 146115 h 886120"/>
                <a:gd name="connsiteX5" fmla="*/ 942681 w 2578231"/>
                <a:gd name="connsiteY5" fmla="*/ 28280 h 886120"/>
                <a:gd name="connsiteX6" fmla="*/ 631596 w 2578231"/>
                <a:gd name="connsiteY6" fmla="*/ 4713 h 886120"/>
                <a:gd name="connsiteX7" fmla="*/ 292231 w 2578231"/>
                <a:gd name="connsiteY7" fmla="*/ 0 h 886120"/>
                <a:gd name="connsiteX8" fmla="*/ 70701 w 2578231"/>
                <a:gd name="connsiteY8" fmla="*/ 0 h 886120"/>
                <a:gd name="connsiteX9" fmla="*/ 0 w 2578231"/>
                <a:gd name="connsiteY9" fmla="*/ 0 h 88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78231" h="886120">
                  <a:moveTo>
                    <a:pt x="2578231" y="886120"/>
                  </a:moveTo>
                  <a:cubicBezTo>
                    <a:pt x="2552700" y="762392"/>
                    <a:pt x="2527169" y="638665"/>
                    <a:pt x="2498103" y="556181"/>
                  </a:cubicBezTo>
                  <a:cubicBezTo>
                    <a:pt x="2469037" y="473697"/>
                    <a:pt x="2466680" y="442274"/>
                    <a:pt x="2403835" y="391212"/>
                  </a:cubicBezTo>
                  <a:cubicBezTo>
                    <a:pt x="2340990" y="340150"/>
                    <a:pt x="2235724" y="290659"/>
                    <a:pt x="2121031" y="249810"/>
                  </a:cubicBezTo>
                  <a:cubicBezTo>
                    <a:pt x="2006338" y="208961"/>
                    <a:pt x="1912071" y="183037"/>
                    <a:pt x="1715679" y="146115"/>
                  </a:cubicBezTo>
                  <a:cubicBezTo>
                    <a:pt x="1519287" y="109193"/>
                    <a:pt x="1123362" y="51847"/>
                    <a:pt x="942681" y="28280"/>
                  </a:cubicBezTo>
                  <a:cubicBezTo>
                    <a:pt x="762000" y="4713"/>
                    <a:pt x="740004" y="9426"/>
                    <a:pt x="631596" y="4713"/>
                  </a:cubicBezTo>
                  <a:cubicBezTo>
                    <a:pt x="523188" y="0"/>
                    <a:pt x="292231" y="0"/>
                    <a:pt x="292231" y="0"/>
                  </a:cubicBezTo>
                  <a:lnTo>
                    <a:pt x="70701" y="0"/>
                  </a:lnTo>
                  <a:lnTo>
                    <a:pt x="0" y="0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BBBFA27-599F-F22D-D441-8DBBBCF04003}"/>
                </a:ext>
              </a:extLst>
            </p:cNvPr>
            <p:cNvCxnSpPr>
              <a:stCxn id="23" idx="0"/>
              <a:endCxn id="11" idx="4"/>
            </p:cNvCxnSpPr>
            <p:nvPr/>
          </p:nvCxnSpPr>
          <p:spPr>
            <a:xfrm flipV="1">
              <a:off x="8301912" y="4935191"/>
              <a:ext cx="0" cy="5129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D85F8D8-A98C-B582-17AC-766A8D21150C}"/>
                </a:ext>
              </a:extLst>
            </p:cNvPr>
            <p:cNvCxnSpPr>
              <a:stCxn id="14" idx="3"/>
              <a:endCxn id="23" idx="7"/>
            </p:cNvCxnSpPr>
            <p:nvPr/>
          </p:nvCxnSpPr>
          <p:spPr>
            <a:xfrm flipH="1">
              <a:off x="8578414" y="4819620"/>
              <a:ext cx="899434" cy="7440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9D20F8A-E46C-A2F8-F7AB-95BF5279CBF3}"/>
                </a:ext>
              </a:extLst>
            </p:cNvPr>
            <p:cNvSpPr/>
            <p:nvPr/>
          </p:nvSpPr>
          <p:spPr>
            <a:xfrm>
              <a:off x="8692054" y="4933186"/>
              <a:ext cx="1113841" cy="939602"/>
            </a:xfrm>
            <a:custGeom>
              <a:avLst/>
              <a:gdLst>
                <a:gd name="connsiteX0" fmla="*/ 0 w 1113841"/>
                <a:gd name="connsiteY0" fmla="*/ 933253 h 939602"/>
                <a:gd name="connsiteX1" fmla="*/ 447773 w 1113841"/>
                <a:gd name="connsiteY1" fmla="*/ 933253 h 939602"/>
                <a:gd name="connsiteX2" fmla="*/ 758858 w 1113841"/>
                <a:gd name="connsiteY2" fmla="*/ 867266 h 939602"/>
                <a:gd name="connsiteX3" fmla="*/ 1055802 w 1113841"/>
                <a:gd name="connsiteY3" fmla="*/ 513761 h 939602"/>
                <a:gd name="connsiteX4" fmla="*/ 1107649 w 1113841"/>
                <a:gd name="connsiteY4" fmla="*/ 240383 h 939602"/>
                <a:gd name="connsiteX5" fmla="*/ 1112363 w 1113841"/>
                <a:gd name="connsiteY5" fmla="*/ 94268 h 939602"/>
                <a:gd name="connsiteX6" fmla="*/ 1102936 w 1113841"/>
                <a:gd name="connsiteY6" fmla="*/ 0 h 939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841" h="939602">
                  <a:moveTo>
                    <a:pt x="0" y="933253"/>
                  </a:moveTo>
                  <a:cubicBezTo>
                    <a:pt x="160648" y="938752"/>
                    <a:pt x="321297" y="944251"/>
                    <a:pt x="447773" y="933253"/>
                  </a:cubicBezTo>
                  <a:cubicBezTo>
                    <a:pt x="574249" y="922255"/>
                    <a:pt x="657520" y="937181"/>
                    <a:pt x="758858" y="867266"/>
                  </a:cubicBezTo>
                  <a:cubicBezTo>
                    <a:pt x="860196" y="797351"/>
                    <a:pt x="997670" y="618242"/>
                    <a:pt x="1055802" y="513761"/>
                  </a:cubicBezTo>
                  <a:cubicBezTo>
                    <a:pt x="1113934" y="409280"/>
                    <a:pt x="1098222" y="310298"/>
                    <a:pt x="1107649" y="240383"/>
                  </a:cubicBezTo>
                  <a:cubicBezTo>
                    <a:pt x="1117076" y="170468"/>
                    <a:pt x="1113148" y="134332"/>
                    <a:pt x="1112363" y="94268"/>
                  </a:cubicBezTo>
                  <a:cubicBezTo>
                    <a:pt x="1111578" y="54204"/>
                    <a:pt x="1107257" y="27102"/>
                    <a:pt x="1102936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82C32E8-255A-F0F1-8ED1-658A3D29AEE3}"/>
                </a:ext>
              </a:extLst>
            </p:cNvPr>
            <p:cNvSpPr/>
            <p:nvPr/>
          </p:nvSpPr>
          <p:spPr>
            <a:xfrm>
              <a:off x="6909897" y="4914332"/>
              <a:ext cx="1004445" cy="892912"/>
            </a:xfrm>
            <a:custGeom>
              <a:avLst/>
              <a:gdLst>
                <a:gd name="connsiteX0" fmla="*/ 1004445 w 1004445"/>
                <a:gd name="connsiteY0" fmla="*/ 886120 h 892912"/>
                <a:gd name="connsiteX1" fmla="*/ 825336 w 1004445"/>
                <a:gd name="connsiteY1" fmla="*/ 876693 h 892912"/>
                <a:gd name="connsiteX2" fmla="*/ 490685 w 1004445"/>
                <a:gd name="connsiteY2" fmla="*/ 744718 h 892912"/>
                <a:gd name="connsiteX3" fmla="*/ 283295 w 1004445"/>
                <a:gd name="connsiteY3" fmla="*/ 523188 h 892912"/>
                <a:gd name="connsiteX4" fmla="*/ 156033 w 1004445"/>
                <a:gd name="connsiteY4" fmla="*/ 315798 h 892912"/>
                <a:gd name="connsiteX5" fmla="*/ 24058 w 1004445"/>
                <a:gd name="connsiteY5" fmla="*/ 65988 h 892912"/>
                <a:gd name="connsiteX6" fmla="*/ 491 w 1004445"/>
                <a:gd name="connsiteY6" fmla="*/ 0 h 892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445" h="892912">
                  <a:moveTo>
                    <a:pt x="1004445" y="886120"/>
                  </a:moveTo>
                  <a:cubicBezTo>
                    <a:pt x="957704" y="893190"/>
                    <a:pt x="910963" y="900260"/>
                    <a:pt x="825336" y="876693"/>
                  </a:cubicBezTo>
                  <a:cubicBezTo>
                    <a:pt x="739709" y="853126"/>
                    <a:pt x="581025" y="803635"/>
                    <a:pt x="490685" y="744718"/>
                  </a:cubicBezTo>
                  <a:cubicBezTo>
                    <a:pt x="400345" y="685801"/>
                    <a:pt x="339070" y="594675"/>
                    <a:pt x="283295" y="523188"/>
                  </a:cubicBezTo>
                  <a:cubicBezTo>
                    <a:pt x="227520" y="451701"/>
                    <a:pt x="199239" y="391998"/>
                    <a:pt x="156033" y="315798"/>
                  </a:cubicBezTo>
                  <a:cubicBezTo>
                    <a:pt x="112827" y="239598"/>
                    <a:pt x="49982" y="118621"/>
                    <a:pt x="24058" y="65988"/>
                  </a:cubicBezTo>
                  <a:cubicBezTo>
                    <a:pt x="-1866" y="13355"/>
                    <a:pt x="-688" y="6677"/>
                    <a:pt x="491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8C3871C-1F76-DB9F-17AA-9C0CA0267DFF}"/>
                    </a:ext>
                  </a:extLst>
                </p:cNvPr>
                <p:cNvSpPr txBox="1"/>
                <p:nvPr/>
              </p:nvSpPr>
              <p:spPr>
                <a:xfrm>
                  <a:off x="7110426" y="2880416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0.9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8C3871C-1F76-DB9F-17AA-9C0CA0267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0426" y="2880416"/>
                  <a:ext cx="377026" cy="2462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F087B59-6736-464D-2C5E-75C7DAC16D3C}"/>
                    </a:ext>
                  </a:extLst>
                </p:cNvPr>
                <p:cNvSpPr txBox="1"/>
                <p:nvPr/>
              </p:nvSpPr>
              <p:spPr>
                <a:xfrm>
                  <a:off x="6182277" y="3518178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F087B59-6736-464D-2C5E-75C7DAC16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2277" y="3518178"/>
                  <a:ext cx="377026" cy="24622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1BA58CB-E352-7E4A-4DC4-286D8291F755}"/>
                    </a:ext>
                  </a:extLst>
                </p:cNvPr>
                <p:cNvSpPr txBox="1"/>
                <p:nvPr/>
              </p:nvSpPr>
              <p:spPr>
                <a:xfrm>
                  <a:off x="6805645" y="3890965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1BA58CB-E352-7E4A-4DC4-286D8291F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5645" y="3890965"/>
                  <a:ext cx="377026" cy="24622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6FDC88B-E05C-4445-CB58-5E2C6E655B32}"/>
                    </a:ext>
                  </a:extLst>
                </p:cNvPr>
                <p:cNvSpPr txBox="1"/>
                <p:nvPr/>
              </p:nvSpPr>
              <p:spPr>
                <a:xfrm>
                  <a:off x="7240505" y="4292190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6FDC88B-E05C-4445-CB58-5E2C6E655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0505" y="4292190"/>
                  <a:ext cx="377026" cy="2462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8C25EC6-A820-F7A4-250B-EAFCC5D964DB}"/>
                    </a:ext>
                  </a:extLst>
                </p:cNvPr>
                <p:cNvSpPr txBox="1"/>
                <p:nvPr/>
              </p:nvSpPr>
              <p:spPr>
                <a:xfrm>
                  <a:off x="7604998" y="5561023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8C25EC6-A820-F7A4-250B-EAFCC5D96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4998" y="5561023"/>
                  <a:ext cx="377026" cy="2462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21AD86-12A2-4ACD-C366-9ABB9FC27479}"/>
                    </a:ext>
                  </a:extLst>
                </p:cNvPr>
                <p:cNvSpPr txBox="1"/>
                <p:nvPr/>
              </p:nvSpPr>
              <p:spPr>
                <a:xfrm>
                  <a:off x="8247346" y="5185529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21AD86-12A2-4ACD-C366-9ABB9FC274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7346" y="5185529"/>
                  <a:ext cx="377026" cy="24622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2F157ED-B41E-7A42-FB3D-04FA9AF013E9}"/>
                    </a:ext>
                  </a:extLst>
                </p:cNvPr>
                <p:cNvSpPr txBox="1"/>
                <p:nvPr/>
              </p:nvSpPr>
              <p:spPr>
                <a:xfrm>
                  <a:off x="8651105" y="5662011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2F157ED-B41E-7A42-FB3D-04FA9AF01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1105" y="5662011"/>
                  <a:ext cx="377026" cy="24622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7180797-3498-A186-BE48-472DF3A69CC1}"/>
                    </a:ext>
                  </a:extLst>
                </p:cNvPr>
                <p:cNvSpPr txBox="1"/>
                <p:nvPr/>
              </p:nvSpPr>
              <p:spPr>
                <a:xfrm>
                  <a:off x="9080515" y="4683981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7180797-3498-A186-BE48-472DF3A69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0515" y="4683981"/>
                  <a:ext cx="377026" cy="24622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D1865E1-02E0-496F-58C7-0B0EC06B2D42}"/>
                    </a:ext>
                  </a:extLst>
                </p:cNvPr>
                <p:cNvSpPr txBox="1"/>
                <p:nvPr/>
              </p:nvSpPr>
              <p:spPr>
                <a:xfrm>
                  <a:off x="10083132" y="4317437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D1865E1-02E0-496F-58C7-0B0EC06B2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32" y="4317437"/>
                  <a:ext cx="377026" cy="24622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555D77-6F62-C90E-DB04-3C2ABFB497AC}"/>
                    </a:ext>
                  </a:extLst>
                </p:cNvPr>
                <p:cNvSpPr txBox="1"/>
                <p:nvPr/>
              </p:nvSpPr>
              <p:spPr>
                <a:xfrm>
                  <a:off x="11138448" y="3890965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D555D77-6F62-C90E-DB04-3C2ABFB49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38448" y="3890965"/>
                  <a:ext cx="377026" cy="24622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F948B08-D969-787C-9CA4-4CB7DB361B0B}"/>
                    </a:ext>
                  </a:extLst>
                </p:cNvPr>
                <p:cNvSpPr txBox="1"/>
                <p:nvPr/>
              </p:nvSpPr>
              <p:spPr>
                <a:xfrm>
                  <a:off x="8643200" y="4307378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F948B08-D969-787C-9CA4-4CB7DB361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3200" y="4307378"/>
                  <a:ext cx="377026" cy="24622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0F159C3-6C2F-5A6B-574E-66A3033B3D4A}"/>
                    </a:ext>
                  </a:extLst>
                </p:cNvPr>
                <p:cNvSpPr txBox="1"/>
                <p:nvPr/>
              </p:nvSpPr>
              <p:spPr>
                <a:xfrm>
                  <a:off x="8253988" y="3915154"/>
                  <a:ext cx="3770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0F159C3-6C2F-5A6B-574E-66A3033B3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3988" y="3915154"/>
                  <a:ext cx="377026" cy="24622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A4FEAB7-3D69-B7BE-CDC4-002D239059A9}"/>
                    </a:ext>
                  </a:extLst>
                </p:cNvPr>
                <p:cNvSpPr txBox="1"/>
                <p:nvPr/>
              </p:nvSpPr>
              <p:spPr>
                <a:xfrm>
                  <a:off x="8588286" y="3570042"/>
                  <a:ext cx="63004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A4FEAB7-3D69-B7BE-CDC4-002D23905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8286" y="3570042"/>
                  <a:ext cx="630044" cy="24622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00249AB-727E-FBEA-AB6F-2FE66CDBD3FB}"/>
                    </a:ext>
                  </a:extLst>
                </p:cNvPr>
                <p:cNvSpPr txBox="1"/>
                <p:nvPr/>
              </p:nvSpPr>
              <p:spPr>
                <a:xfrm>
                  <a:off x="9956623" y="4785923"/>
                  <a:ext cx="7262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=−2.0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00249AB-727E-FBEA-AB6F-2FE66CDBD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623" y="4785923"/>
                  <a:ext cx="726224" cy="246221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FC1BEC4-BA9B-C130-6A48-F26B84531F46}"/>
                    </a:ext>
                  </a:extLst>
                </p:cNvPr>
                <p:cNvSpPr txBox="1"/>
                <p:nvPr/>
              </p:nvSpPr>
              <p:spPr>
                <a:xfrm>
                  <a:off x="7041510" y="3652405"/>
                  <a:ext cx="7262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=−1.0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FC1BEC4-BA9B-C130-6A48-F26B84531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10" y="3652405"/>
                  <a:ext cx="726224" cy="246221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8909754-A67C-A129-C3F0-126466E98F19}"/>
                    </a:ext>
                  </a:extLst>
                </p:cNvPr>
                <p:cNvSpPr txBox="1"/>
                <p:nvPr/>
              </p:nvSpPr>
              <p:spPr>
                <a:xfrm>
                  <a:off x="8468601" y="4774914"/>
                  <a:ext cx="7262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=−2.0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8909754-A67C-A129-C3F0-126466E98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8601" y="4774914"/>
                  <a:ext cx="726224" cy="24622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490A93B3-620E-9288-86D3-6D5125E0B433}"/>
                    </a:ext>
                  </a:extLst>
                </p:cNvPr>
                <p:cNvSpPr txBox="1"/>
                <p:nvPr/>
              </p:nvSpPr>
              <p:spPr>
                <a:xfrm>
                  <a:off x="11069861" y="4907017"/>
                  <a:ext cx="70057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=10.0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490A93B3-620E-9288-86D3-6D5125E0B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9861" y="4907017"/>
                  <a:ext cx="700576" cy="24622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C00080AA-8F0B-C356-C50F-3CDA7F017108}"/>
                    </a:ext>
                  </a:extLst>
                </p:cNvPr>
                <p:cNvSpPr txBox="1"/>
                <p:nvPr/>
              </p:nvSpPr>
              <p:spPr>
                <a:xfrm>
                  <a:off x="8476506" y="6074654"/>
                  <a:ext cx="7262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=−1.0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C00080AA-8F0B-C356-C50F-3CDA7F017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506" y="6074654"/>
                  <a:ext cx="726224" cy="246221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5D717A-362D-FF41-A7BE-19DA2A620CC2}"/>
                    </a:ext>
                  </a:extLst>
                </p:cNvPr>
                <p:cNvSpPr txBox="1"/>
                <p:nvPr/>
              </p:nvSpPr>
              <p:spPr>
                <a:xfrm>
                  <a:off x="7116781" y="4727468"/>
                  <a:ext cx="7262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=−2.0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5D717A-362D-FF41-A7BE-19DA2A620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6781" y="4727468"/>
                  <a:ext cx="726224" cy="24622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9278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42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70</Words>
  <Application>Microsoft Macintosh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Dimitar Gueorguiev</dc:creator>
  <cp:lastModifiedBy>Dimitar Gueorguiev</cp:lastModifiedBy>
  <cp:revision>4</cp:revision>
  <dcterms:created xsi:type="dcterms:W3CDTF">2025-12-27T18:05:50Z</dcterms:created>
  <dcterms:modified xsi:type="dcterms:W3CDTF">2025-12-28T05:09:27Z</dcterms:modified>
</cp:coreProperties>
</file>